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61" r:id="rId1"/>
  </p:sldMasterIdLst>
  <p:notesMasterIdLst>
    <p:notesMasterId r:id="rId14"/>
  </p:notesMasterIdLst>
  <p:sldIdLst>
    <p:sldId id="256" r:id="rId2"/>
    <p:sldId id="390" r:id="rId3"/>
    <p:sldId id="391" r:id="rId4"/>
    <p:sldId id="392" r:id="rId5"/>
    <p:sldId id="393" r:id="rId6"/>
    <p:sldId id="361" r:id="rId7"/>
    <p:sldId id="380" r:id="rId8"/>
    <p:sldId id="381" r:id="rId9"/>
    <p:sldId id="382" r:id="rId10"/>
    <p:sldId id="387" r:id="rId11"/>
    <p:sldId id="388" r:id="rId12"/>
    <p:sldId id="389" r:id="rId13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5B57FB-36BF-40EE-802F-220988C87A90}" v="125" dt="2026-09-07T09:21:46.31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37"/>
    <p:restoredTop sz="96307"/>
  </p:normalViewPr>
  <p:slideViewPr>
    <p:cSldViewPr snapToGrid="0">
      <p:cViewPr>
        <p:scale>
          <a:sx n="125" d="100"/>
          <a:sy n="125" d="100"/>
        </p:scale>
        <p:origin x="1962" y="5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. Shine" userId="fc27ff59f79380b6" providerId="LiveId" clId="{49B3E6E0-4B1E-4AD6-A829-DE648B7A64C9}"/>
    <pc:docChg chg="undo custSel addSld delSld modSld sldOrd">
      <pc:chgData name="H. Shine" userId="fc27ff59f79380b6" providerId="LiveId" clId="{49B3E6E0-4B1E-4AD6-A829-DE648B7A64C9}" dt="2026-09-07T09:21:52.622" v="866"/>
      <pc:docMkLst>
        <pc:docMk/>
      </pc:docMkLst>
      <pc:sldChg chg="modSp mod">
        <pc:chgData name="H. Shine" userId="fc27ff59f79380b6" providerId="LiveId" clId="{49B3E6E0-4B1E-4AD6-A829-DE648B7A64C9}" dt="2026-09-07T07:59:45.773" v="21" actId="20577"/>
        <pc:sldMkLst>
          <pc:docMk/>
          <pc:sldMk cId="1619921417" sldId="256"/>
        </pc:sldMkLst>
        <pc:spChg chg="mod">
          <ac:chgData name="H. Shine" userId="fc27ff59f79380b6" providerId="LiveId" clId="{49B3E6E0-4B1E-4AD6-A829-DE648B7A64C9}" dt="2026-09-07T07:59:33.778" v="5" actId="20577"/>
          <ac:spMkLst>
            <pc:docMk/>
            <pc:sldMk cId="1619921417" sldId="256"/>
            <ac:spMk id="2" creationId="{49ECD174-10B3-A233-9B16-EF4C324B0B7A}"/>
          </ac:spMkLst>
        </pc:spChg>
        <pc:spChg chg="mod">
          <ac:chgData name="H. Shine" userId="fc27ff59f79380b6" providerId="LiveId" clId="{49B3E6E0-4B1E-4AD6-A829-DE648B7A64C9}" dt="2026-09-07T07:59:39.347" v="19" actId="20577"/>
          <ac:spMkLst>
            <pc:docMk/>
            <pc:sldMk cId="1619921417" sldId="256"/>
            <ac:spMk id="3" creationId="{20795EDB-880E-5C16-E53C-473F73C876E1}"/>
          </ac:spMkLst>
        </pc:spChg>
        <pc:spChg chg="mod">
          <ac:chgData name="H. Shine" userId="fc27ff59f79380b6" providerId="LiveId" clId="{49B3E6E0-4B1E-4AD6-A829-DE648B7A64C9}" dt="2026-09-07T07:59:45.773" v="21" actId="20577"/>
          <ac:spMkLst>
            <pc:docMk/>
            <pc:sldMk cId="1619921417" sldId="256"/>
            <ac:spMk id="4" creationId="{986E41AB-95C1-5582-9161-167D561066F5}"/>
          </ac:spMkLst>
        </pc:spChg>
      </pc:sldChg>
      <pc:sldChg chg="del">
        <pc:chgData name="H. Shine" userId="fc27ff59f79380b6" providerId="LiveId" clId="{49B3E6E0-4B1E-4AD6-A829-DE648B7A64C9}" dt="2026-09-07T07:59:31.491" v="3" actId="47"/>
        <pc:sldMkLst>
          <pc:docMk/>
          <pc:sldMk cId="3500178528" sldId="304"/>
        </pc:sldMkLst>
      </pc:sldChg>
      <pc:sldChg chg="del">
        <pc:chgData name="H. Shine" userId="fc27ff59f79380b6" providerId="LiveId" clId="{49B3E6E0-4B1E-4AD6-A829-DE648B7A64C9}" dt="2026-09-07T07:59:31.491" v="3" actId="47"/>
        <pc:sldMkLst>
          <pc:docMk/>
          <pc:sldMk cId="4204134207" sldId="360"/>
        </pc:sldMkLst>
      </pc:sldChg>
      <pc:sldChg chg="del">
        <pc:chgData name="H. Shine" userId="fc27ff59f79380b6" providerId="LiveId" clId="{49B3E6E0-4B1E-4AD6-A829-DE648B7A64C9}" dt="2026-09-07T09:18:49.970" v="820" actId="2696"/>
        <pc:sldMkLst>
          <pc:docMk/>
          <pc:sldMk cId="176660207" sldId="361"/>
        </pc:sldMkLst>
      </pc:sldChg>
      <pc:sldChg chg="modSp add">
        <pc:chgData name="H. Shine" userId="fc27ff59f79380b6" providerId="LiveId" clId="{49B3E6E0-4B1E-4AD6-A829-DE648B7A64C9}" dt="2026-09-07T09:19:38.778" v="831"/>
        <pc:sldMkLst>
          <pc:docMk/>
          <pc:sldMk cId="1755483739" sldId="361"/>
        </pc:sldMkLst>
        <pc:spChg chg="mod">
          <ac:chgData name="H. Shine" userId="fc27ff59f79380b6" providerId="LiveId" clId="{49B3E6E0-4B1E-4AD6-A829-DE648B7A64C9}" dt="2026-09-07T09:19:27.418" v="824"/>
          <ac:spMkLst>
            <pc:docMk/>
            <pc:sldMk cId="1755483739" sldId="361"/>
            <ac:spMk id="3" creationId="{954398CF-044B-CA30-6B04-98BAB850B29E}"/>
          </ac:spMkLst>
        </pc:spChg>
        <pc:spChg chg="mod">
          <ac:chgData name="H. Shine" userId="fc27ff59f79380b6" providerId="LiveId" clId="{49B3E6E0-4B1E-4AD6-A829-DE648B7A64C9}" dt="2026-09-07T09:19:38.778" v="831"/>
          <ac:spMkLst>
            <pc:docMk/>
            <pc:sldMk cId="1755483739" sldId="361"/>
            <ac:spMk id="4" creationId="{C01823E8-8D90-841F-60E7-1CC6591856C3}"/>
          </ac:spMkLst>
        </pc:spChg>
      </pc:sldChg>
      <pc:sldChg chg="del">
        <pc:chgData name="H. Shine" userId="fc27ff59f79380b6" providerId="LiveId" clId="{49B3E6E0-4B1E-4AD6-A829-DE648B7A64C9}" dt="2026-09-07T07:59:31.491" v="3" actId="47"/>
        <pc:sldMkLst>
          <pc:docMk/>
          <pc:sldMk cId="991672716" sldId="364"/>
        </pc:sldMkLst>
      </pc:sldChg>
      <pc:sldChg chg="del">
        <pc:chgData name="H. Shine" userId="fc27ff59f79380b6" providerId="LiveId" clId="{49B3E6E0-4B1E-4AD6-A829-DE648B7A64C9}" dt="2026-09-07T07:59:31.491" v="3" actId="47"/>
        <pc:sldMkLst>
          <pc:docMk/>
          <pc:sldMk cId="558012319" sldId="365"/>
        </pc:sldMkLst>
      </pc:sldChg>
      <pc:sldChg chg="del">
        <pc:chgData name="H. Shine" userId="fc27ff59f79380b6" providerId="LiveId" clId="{49B3E6E0-4B1E-4AD6-A829-DE648B7A64C9}" dt="2026-09-07T07:59:31.491" v="3" actId="47"/>
        <pc:sldMkLst>
          <pc:docMk/>
          <pc:sldMk cId="9241458" sldId="366"/>
        </pc:sldMkLst>
      </pc:sldChg>
      <pc:sldChg chg="del">
        <pc:chgData name="H. Shine" userId="fc27ff59f79380b6" providerId="LiveId" clId="{49B3E6E0-4B1E-4AD6-A829-DE648B7A64C9}" dt="2026-09-07T07:59:31.491" v="3" actId="47"/>
        <pc:sldMkLst>
          <pc:docMk/>
          <pc:sldMk cId="524488410" sldId="367"/>
        </pc:sldMkLst>
      </pc:sldChg>
      <pc:sldChg chg="del">
        <pc:chgData name="H. Shine" userId="fc27ff59f79380b6" providerId="LiveId" clId="{49B3E6E0-4B1E-4AD6-A829-DE648B7A64C9}" dt="2026-09-07T07:59:31.491" v="3" actId="47"/>
        <pc:sldMkLst>
          <pc:docMk/>
          <pc:sldMk cId="4179415837" sldId="368"/>
        </pc:sldMkLst>
      </pc:sldChg>
      <pc:sldChg chg="del">
        <pc:chgData name="H. Shine" userId="fc27ff59f79380b6" providerId="LiveId" clId="{49B3E6E0-4B1E-4AD6-A829-DE648B7A64C9}" dt="2026-09-07T07:59:31.491" v="3" actId="47"/>
        <pc:sldMkLst>
          <pc:docMk/>
          <pc:sldMk cId="32273293" sldId="369"/>
        </pc:sldMkLst>
      </pc:sldChg>
      <pc:sldChg chg="del">
        <pc:chgData name="H. Shine" userId="fc27ff59f79380b6" providerId="LiveId" clId="{49B3E6E0-4B1E-4AD6-A829-DE648B7A64C9}" dt="2026-09-07T07:59:31.491" v="3" actId="47"/>
        <pc:sldMkLst>
          <pc:docMk/>
          <pc:sldMk cId="3726051628" sldId="370"/>
        </pc:sldMkLst>
      </pc:sldChg>
      <pc:sldChg chg="del">
        <pc:chgData name="H. Shine" userId="fc27ff59f79380b6" providerId="LiveId" clId="{49B3E6E0-4B1E-4AD6-A829-DE648B7A64C9}" dt="2026-09-07T07:59:31.491" v="3" actId="47"/>
        <pc:sldMkLst>
          <pc:docMk/>
          <pc:sldMk cId="182987879" sldId="372"/>
        </pc:sldMkLst>
      </pc:sldChg>
      <pc:sldChg chg="del">
        <pc:chgData name="H. Shine" userId="fc27ff59f79380b6" providerId="LiveId" clId="{49B3E6E0-4B1E-4AD6-A829-DE648B7A64C9}" dt="2026-09-07T09:04:01.146" v="587" actId="47"/>
        <pc:sldMkLst>
          <pc:docMk/>
          <pc:sldMk cId="219863621" sldId="375"/>
        </pc:sldMkLst>
      </pc:sldChg>
      <pc:sldChg chg="del">
        <pc:chgData name="H. Shine" userId="fc27ff59f79380b6" providerId="LiveId" clId="{49B3E6E0-4B1E-4AD6-A829-DE648B7A64C9}" dt="2026-09-07T08:38:47.472" v="171" actId="47"/>
        <pc:sldMkLst>
          <pc:docMk/>
          <pc:sldMk cId="1817519636" sldId="376"/>
        </pc:sldMkLst>
      </pc:sldChg>
      <pc:sldChg chg="del">
        <pc:chgData name="H. Shine" userId="fc27ff59f79380b6" providerId="LiveId" clId="{49B3E6E0-4B1E-4AD6-A829-DE648B7A64C9}" dt="2026-09-07T08:38:50.130" v="172" actId="47"/>
        <pc:sldMkLst>
          <pc:docMk/>
          <pc:sldMk cId="3190190650" sldId="377"/>
        </pc:sldMkLst>
      </pc:sldChg>
      <pc:sldChg chg="del">
        <pc:chgData name="H. Shine" userId="fc27ff59f79380b6" providerId="LiveId" clId="{49B3E6E0-4B1E-4AD6-A829-DE648B7A64C9}" dt="2026-09-07T09:18:49.970" v="820" actId="2696"/>
        <pc:sldMkLst>
          <pc:docMk/>
          <pc:sldMk cId="1817683400" sldId="378"/>
        </pc:sldMkLst>
      </pc:sldChg>
      <pc:sldChg chg="modSp add del">
        <pc:chgData name="H. Shine" userId="fc27ff59f79380b6" providerId="LiveId" clId="{49B3E6E0-4B1E-4AD6-A829-DE648B7A64C9}" dt="2026-09-07T09:20:29.931" v="853" actId="47"/>
        <pc:sldMkLst>
          <pc:docMk/>
          <pc:sldMk cId="2900022644" sldId="378"/>
        </pc:sldMkLst>
        <pc:spChg chg="mod">
          <ac:chgData name="H. Shine" userId="fc27ff59f79380b6" providerId="LiveId" clId="{49B3E6E0-4B1E-4AD6-A829-DE648B7A64C9}" dt="2026-09-07T09:19:28.311" v="825"/>
          <ac:spMkLst>
            <pc:docMk/>
            <pc:sldMk cId="2900022644" sldId="378"/>
            <ac:spMk id="3" creationId="{FD3AC10C-7310-8741-4121-C5981CB0D8F8}"/>
          </ac:spMkLst>
        </pc:spChg>
        <pc:spChg chg="mod">
          <ac:chgData name="H. Shine" userId="fc27ff59f79380b6" providerId="LiveId" clId="{49B3E6E0-4B1E-4AD6-A829-DE648B7A64C9}" dt="2026-09-07T09:19:45.114" v="832"/>
          <ac:spMkLst>
            <pc:docMk/>
            <pc:sldMk cId="2900022644" sldId="378"/>
            <ac:spMk id="4" creationId="{37297DE6-BDCC-62D3-4AB0-A74F9CCB74C9}"/>
          </ac:spMkLst>
        </pc:spChg>
      </pc:sldChg>
      <pc:sldChg chg="modSp add del">
        <pc:chgData name="H. Shine" userId="fc27ff59f79380b6" providerId="LiveId" clId="{49B3E6E0-4B1E-4AD6-A829-DE648B7A64C9}" dt="2026-09-07T09:20:42.901" v="854" actId="47"/>
        <pc:sldMkLst>
          <pc:docMk/>
          <pc:sldMk cId="1356452534" sldId="379"/>
        </pc:sldMkLst>
        <pc:spChg chg="mod">
          <ac:chgData name="H. Shine" userId="fc27ff59f79380b6" providerId="LiveId" clId="{49B3E6E0-4B1E-4AD6-A829-DE648B7A64C9}" dt="2026-09-07T09:19:29.138" v="826"/>
          <ac:spMkLst>
            <pc:docMk/>
            <pc:sldMk cId="1356452534" sldId="379"/>
            <ac:spMk id="3" creationId="{C341409C-4115-8A98-72EB-BF603AE9E3A9}"/>
          </ac:spMkLst>
        </pc:spChg>
        <pc:spChg chg="mod">
          <ac:chgData name="H. Shine" userId="fc27ff59f79380b6" providerId="LiveId" clId="{49B3E6E0-4B1E-4AD6-A829-DE648B7A64C9}" dt="2026-09-07T09:19:47.633" v="833"/>
          <ac:spMkLst>
            <pc:docMk/>
            <pc:sldMk cId="1356452534" sldId="379"/>
            <ac:spMk id="4" creationId="{9DF11A95-D52A-AF1B-98E5-FD84B3029314}"/>
          </ac:spMkLst>
        </pc:spChg>
      </pc:sldChg>
      <pc:sldChg chg="del">
        <pc:chgData name="H. Shine" userId="fc27ff59f79380b6" providerId="LiveId" clId="{49B3E6E0-4B1E-4AD6-A829-DE648B7A64C9}" dt="2026-09-07T09:18:49.970" v="820" actId="2696"/>
        <pc:sldMkLst>
          <pc:docMk/>
          <pc:sldMk cId="2776292595" sldId="379"/>
        </pc:sldMkLst>
      </pc:sldChg>
      <pc:sldChg chg="del">
        <pc:chgData name="H. Shine" userId="fc27ff59f79380b6" providerId="LiveId" clId="{49B3E6E0-4B1E-4AD6-A829-DE648B7A64C9}" dt="2026-09-07T09:18:49.970" v="820" actId="2696"/>
        <pc:sldMkLst>
          <pc:docMk/>
          <pc:sldMk cId="941089325" sldId="380"/>
        </pc:sldMkLst>
      </pc:sldChg>
      <pc:sldChg chg="modSp add">
        <pc:chgData name="H. Shine" userId="fc27ff59f79380b6" providerId="LiveId" clId="{49B3E6E0-4B1E-4AD6-A829-DE648B7A64C9}" dt="2026-09-07T09:19:50.910" v="834"/>
        <pc:sldMkLst>
          <pc:docMk/>
          <pc:sldMk cId="3685055001" sldId="380"/>
        </pc:sldMkLst>
        <pc:spChg chg="mod">
          <ac:chgData name="H. Shine" userId="fc27ff59f79380b6" providerId="LiveId" clId="{49B3E6E0-4B1E-4AD6-A829-DE648B7A64C9}" dt="2026-09-07T09:19:30.012" v="827"/>
          <ac:spMkLst>
            <pc:docMk/>
            <pc:sldMk cId="3685055001" sldId="380"/>
            <ac:spMk id="3" creationId="{5A95E173-2666-C14A-B386-A407E623A109}"/>
          </ac:spMkLst>
        </pc:spChg>
        <pc:spChg chg="mod">
          <ac:chgData name="H. Shine" userId="fc27ff59f79380b6" providerId="LiveId" clId="{49B3E6E0-4B1E-4AD6-A829-DE648B7A64C9}" dt="2026-09-07T09:19:50.910" v="834"/>
          <ac:spMkLst>
            <pc:docMk/>
            <pc:sldMk cId="3685055001" sldId="380"/>
            <ac:spMk id="4" creationId="{6AEDCBDE-96DE-1696-B36B-5741F4E8F3BA}"/>
          </ac:spMkLst>
        </pc:spChg>
      </pc:sldChg>
      <pc:sldChg chg="modSp add">
        <pc:chgData name="H. Shine" userId="fc27ff59f79380b6" providerId="LiveId" clId="{49B3E6E0-4B1E-4AD6-A829-DE648B7A64C9}" dt="2026-09-07T09:19:53.093" v="835"/>
        <pc:sldMkLst>
          <pc:docMk/>
          <pc:sldMk cId="432286981" sldId="381"/>
        </pc:sldMkLst>
        <pc:spChg chg="mod">
          <ac:chgData name="H. Shine" userId="fc27ff59f79380b6" providerId="LiveId" clId="{49B3E6E0-4B1E-4AD6-A829-DE648B7A64C9}" dt="2026-09-07T09:19:31.034" v="828"/>
          <ac:spMkLst>
            <pc:docMk/>
            <pc:sldMk cId="432286981" sldId="381"/>
            <ac:spMk id="3" creationId="{F9313387-7B5F-DF4A-B532-C1A9CF983443}"/>
          </ac:spMkLst>
        </pc:spChg>
        <pc:spChg chg="mod">
          <ac:chgData name="H. Shine" userId="fc27ff59f79380b6" providerId="LiveId" clId="{49B3E6E0-4B1E-4AD6-A829-DE648B7A64C9}" dt="2026-09-07T09:19:53.093" v="835"/>
          <ac:spMkLst>
            <pc:docMk/>
            <pc:sldMk cId="432286981" sldId="381"/>
            <ac:spMk id="4" creationId="{CB1C1BDE-821C-7D29-A76C-08BDB312FFF1}"/>
          </ac:spMkLst>
        </pc:spChg>
      </pc:sldChg>
      <pc:sldChg chg="del">
        <pc:chgData name="H. Shine" userId="fc27ff59f79380b6" providerId="LiveId" clId="{49B3E6E0-4B1E-4AD6-A829-DE648B7A64C9}" dt="2026-09-07T09:18:49.970" v="820" actId="2696"/>
        <pc:sldMkLst>
          <pc:docMk/>
          <pc:sldMk cId="3871244484" sldId="381"/>
        </pc:sldMkLst>
      </pc:sldChg>
      <pc:sldChg chg="del">
        <pc:chgData name="H. Shine" userId="fc27ff59f79380b6" providerId="LiveId" clId="{49B3E6E0-4B1E-4AD6-A829-DE648B7A64C9}" dt="2026-09-07T09:18:49.970" v="820" actId="2696"/>
        <pc:sldMkLst>
          <pc:docMk/>
          <pc:sldMk cId="2168848073" sldId="382"/>
        </pc:sldMkLst>
      </pc:sldChg>
      <pc:sldChg chg="modSp add">
        <pc:chgData name="H. Shine" userId="fc27ff59f79380b6" providerId="LiveId" clId="{49B3E6E0-4B1E-4AD6-A829-DE648B7A64C9}" dt="2026-09-07T09:19:54.791" v="836"/>
        <pc:sldMkLst>
          <pc:docMk/>
          <pc:sldMk cId="3801663006" sldId="382"/>
        </pc:sldMkLst>
        <pc:spChg chg="mod">
          <ac:chgData name="H. Shine" userId="fc27ff59f79380b6" providerId="LiveId" clId="{49B3E6E0-4B1E-4AD6-A829-DE648B7A64C9}" dt="2026-09-07T09:19:32.393" v="829"/>
          <ac:spMkLst>
            <pc:docMk/>
            <pc:sldMk cId="3801663006" sldId="382"/>
            <ac:spMk id="3" creationId="{93EB0264-D161-6203-90AA-697CE41576E6}"/>
          </ac:spMkLst>
        </pc:spChg>
        <pc:spChg chg="mod">
          <ac:chgData name="H. Shine" userId="fc27ff59f79380b6" providerId="LiveId" clId="{49B3E6E0-4B1E-4AD6-A829-DE648B7A64C9}" dt="2026-09-07T09:19:54.791" v="836"/>
          <ac:spMkLst>
            <pc:docMk/>
            <pc:sldMk cId="3801663006" sldId="382"/>
            <ac:spMk id="4" creationId="{A428565C-C41C-A3C2-3442-C2723653FD52}"/>
          </ac:spMkLst>
        </pc:spChg>
      </pc:sldChg>
      <pc:sldChg chg="delSp del mod">
        <pc:chgData name="H. Shine" userId="fc27ff59f79380b6" providerId="LiveId" clId="{49B3E6E0-4B1E-4AD6-A829-DE648B7A64C9}" dt="2026-09-07T09:17:26.854" v="781" actId="47"/>
        <pc:sldMkLst>
          <pc:docMk/>
          <pc:sldMk cId="1422198244" sldId="383"/>
        </pc:sldMkLst>
        <pc:picChg chg="del">
          <ac:chgData name="H. Shine" userId="fc27ff59f79380b6" providerId="LiveId" clId="{49B3E6E0-4B1E-4AD6-A829-DE648B7A64C9}" dt="2026-09-07T09:16:31.823" v="768" actId="21"/>
          <ac:picMkLst>
            <pc:docMk/>
            <pc:sldMk cId="1422198244" sldId="383"/>
            <ac:picMk id="14" creationId="{93B87A2D-9A29-9859-4A61-667C1DC66F10}"/>
          </ac:picMkLst>
        </pc:picChg>
      </pc:sldChg>
      <pc:sldChg chg="modSp add del">
        <pc:chgData name="H. Shine" userId="fc27ff59f79380b6" providerId="LiveId" clId="{49B3E6E0-4B1E-4AD6-A829-DE648B7A64C9}" dt="2026-09-07T09:21:38.540" v="855" actId="47"/>
        <pc:sldMkLst>
          <pc:docMk/>
          <pc:sldMk cId="3555428082" sldId="385"/>
        </pc:sldMkLst>
        <pc:spChg chg="mod">
          <ac:chgData name="H. Shine" userId="fc27ff59f79380b6" providerId="LiveId" clId="{49B3E6E0-4B1E-4AD6-A829-DE648B7A64C9}" dt="2026-09-07T09:19:33.715" v="830"/>
          <ac:spMkLst>
            <pc:docMk/>
            <pc:sldMk cId="3555428082" sldId="385"/>
            <ac:spMk id="3" creationId="{ED6D4633-3490-DCF3-FADF-CCDE025EE954}"/>
          </ac:spMkLst>
        </pc:spChg>
        <pc:spChg chg="mod">
          <ac:chgData name="H. Shine" userId="fc27ff59f79380b6" providerId="LiveId" clId="{49B3E6E0-4B1E-4AD6-A829-DE648B7A64C9}" dt="2026-09-07T09:19:57.763" v="837"/>
          <ac:spMkLst>
            <pc:docMk/>
            <pc:sldMk cId="3555428082" sldId="385"/>
            <ac:spMk id="4" creationId="{BA39E5F3-5BB9-9989-5BB1-A3F53D276B1D}"/>
          </ac:spMkLst>
        </pc:spChg>
      </pc:sldChg>
      <pc:sldChg chg="del">
        <pc:chgData name="H. Shine" userId="fc27ff59f79380b6" providerId="LiveId" clId="{49B3E6E0-4B1E-4AD6-A829-DE648B7A64C9}" dt="2026-09-07T09:18:49.970" v="820" actId="2696"/>
        <pc:sldMkLst>
          <pc:docMk/>
          <pc:sldMk cId="3580216303" sldId="385"/>
        </pc:sldMkLst>
      </pc:sldChg>
      <pc:sldChg chg="modSp add ord">
        <pc:chgData name="H. Shine" userId="fc27ff59f79380b6" providerId="LiveId" clId="{49B3E6E0-4B1E-4AD6-A829-DE648B7A64C9}" dt="2026-09-07T09:18:14.128" v="816"/>
        <pc:sldMkLst>
          <pc:docMk/>
          <pc:sldMk cId="1808672707" sldId="387"/>
        </pc:sldMkLst>
        <pc:spChg chg="mod">
          <ac:chgData name="H. Shine" userId="fc27ff59f79380b6" providerId="LiveId" clId="{49B3E6E0-4B1E-4AD6-A829-DE648B7A64C9}" dt="2026-09-07T09:17:41.886" v="784"/>
          <ac:spMkLst>
            <pc:docMk/>
            <pc:sldMk cId="1808672707" sldId="387"/>
            <ac:spMk id="3" creationId="{3ACDABE2-A0F4-308D-5B4E-18093B0FFF1E}"/>
          </ac:spMkLst>
        </pc:spChg>
        <pc:spChg chg="mod">
          <ac:chgData name="H. Shine" userId="fc27ff59f79380b6" providerId="LiveId" clId="{49B3E6E0-4B1E-4AD6-A829-DE648B7A64C9}" dt="2026-09-07T09:18:08.863" v="814"/>
          <ac:spMkLst>
            <pc:docMk/>
            <pc:sldMk cId="1808672707" sldId="387"/>
            <ac:spMk id="4" creationId="{D159C537-381F-D19A-EFF9-B24CADE8824C}"/>
          </ac:spMkLst>
        </pc:spChg>
      </pc:sldChg>
      <pc:sldChg chg="del">
        <pc:chgData name="H. Shine" userId="fc27ff59f79380b6" providerId="LiveId" clId="{49B3E6E0-4B1E-4AD6-A829-DE648B7A64C9}" dt="2026-09-07T09:17:32.784" v="782" actId="2696"/>
        <pc:sldMkLst>
          <pc:docMk/>
          <pc:sldMk cId="3294608131" sldId="387"/>
        </pc:sldMkLst>
      </pc:sldChg>
      <pc:sldChg chg="modSp add">
        <pc:chgData name="H. Shine" userId="fc27ff59f79380b6" providerId="LiveId" clId="{49B3E6E0-4B1E-4AD6-A829-DE648B7A64C9}" dt="2026-09-07T09:18:18.752" v="818"/>
        <pc:sldMkLst>
          <pc:docMk/>
          <pc:sldMk cId="1192308576" sldId="388"/>
        </pc:sldMkLst>
        <pc:spChg chg="mod">
          <ac:chgData name="H. Shine" userId="fc27ff59f79380b6" providerId="LiveId" clId="{49B3E6E0-4B1E-4AD6-A829-DE648B7A64C9}" dt="2026-09-07T09:17:42.762" v="785"/>
          <ac:spMkLst>
            <pc:docMk/>
            <pc:sldMk cId="1192308576" sldId="388"/>
            <ac:spMk id="3" creationId="{3DFFA0E4-41EE-CA11-2D67-46B161D68422}"/>
          </ac:spMkLst>
        </pc:spChg>
        <pc:spChg chg="mod">
          <ac:chgData name="H. Shine" userId="fc27ff59f79380b6" providerId="LiveId" clId="{49B3E6E0-4B1E-4AD6-A829-DE648B7A64C9}" dt="2026-09-07T09:18:18.752" v="818"/>
          <ac:spMkLst>
            <pc:docMk/>
            <pc:sldMk cId="1192308576" sldId="388"/>
            <ac:spMk id="4" creationId="{F7836FBF-D1AE-3D57-5A2F-56BC4E40645B}"/>
          </ac:spMkLst>
        </pc:spChg>
      </pc:sldChg>
      <pc:sldChg chg="del">
        <pc:chgData name="H. Shine" userId="fc27ff59f79380b6" providerId="LiveId" clId="{49B3E6E0-4B1E-4AD6-A829-DE648B7A64C9}" dt="2026-09-07T09:17:32.784" v="782" actId="2696"/>
        <pc:sldMkLst>
          <pc:docMk/>
          <pc:sldMk cId="1726395035" sldId="388"/>
        </pc:sldMkLst>
      </pc:sldChg>
      <pc:sldChg chg="del">
        <pc:chgData name="H. Shine" userId="fc27ff59f79380b6" providerId="LiveId" clId="{49B3E6E0-4B1E-4AD6-A829-DE648B7A64C9}" dt="2026-09-07T09:17:32.784" v="782" actId="2696"/>
        <pc:sldMkLst>
          <pc:docMk/>
          <pc:sldMk cId="1857213830" sldId="389"/>
        </pc:sldMkLst>
      </pc:sldChg>
      <pc:sldChg chg="modSp add">
        <pc:chgData name="H. Shine" userId="fc27ff59f79380b6" providerId="LiveId" clId="{49B3E6E0-4B1E-4AD6-A829-DE648B7A64C9}" dt="2026-09-07T09:18:21.739" v="819"/>
        <pc:sldMkLst>
          <pc:docMk/>
          <pc:sldMk cId="4100147550" sldId="389"/>
        </pc:sldMkLst>
        <pc:spChg chg="mod">
          <ac:chgData name="H. Shine" userId="fc27ff59f79380b6" providerId="LiveId" clId="{49B3E6E0-4B1E-4AD6-A829-DE648B7A64C9}" dt="2026-09-07T09:17:44.176" v="786"/>
          <ac:spMkLst>
            <pc:docMk/>
            <pc:sldMk cId="4100147550" sldId="389"/>
            <ac:spMk id="3" creationId="{F9946AE8-8DDC-D8D0-26A3-00AFD100679F}"/>
          </ac:spMkLst>
        </pc:spChg>
        <pc:spChg chg="mod">
          <ac:chgData name="H. Shine" userId="fc27ff59f79380b6" providerId="LiveId" clId="{49B3E6E0-4B1E-4AD6-A829-DE648B7A64C9}" dt="2026-09-07T09:18:21.739" v="819"/>
          <ac:spMkLst>
            <pc:docMk/>
            <pc:sldMk cId="4100147550" sldId="389"/>
            <ac:spMk id="4" creationId="{AA23BEE2-8214-CDEA-B079-891BE78E96AD}"/>
          </ac:spMkLst>
        </pc:spChg>
      </pc:sldChg>
      <pc:sldChg chg="del">
        <pc:chgData name="H. Shine" userId="fc27ff59f79380b6" providerId="LiveId" clId="{49B3E6E0-4B1E-4AD6-A829-DE648B7A64C9}" dt="2026-09-07T08:02:55.821" v="22" actId="47"/>
        <pc:sldMkLst>
          <pc:docMk/>
          <pc:sldMk cId="188476511" sldId="390"/>
        </pc:sldMkLst>
      </pc:sldChg>
      <pc:sldChg chg="delSp modSp add mod">
        <pc:chgData name="H. Shine" userId="fc27ff59f79380b6" providerId="LiveId" clId="{49B3E6E0-4B1E-4AD6-A829-DE648B7A64C9}" dt="2026-09-07T08:52:01.998" v="311" actId="113"/>
        <pc:sldMkLst>
          <pc:docMk/>
          <pc:sldMk cId="1694393957" sldId="390"/>
        </pc:sldMkLst>
        <pc:spChg chg="mod">
          <ac:chgData name="H. Shine" userId="fc27ff59f79380b6" providerId="LiveId" clId="{49B3E6E0-4B1E-4AD6-A829-DE648B7A64C9}" dt="2026-09-07T08:37:33.627" v="29"/>
          <ac:spMkLst>
            <pc:docMk/>
            <pc:sldMk cId="1694393957" sldId="390"/>
            <ac:spMk id="3" creationId="{EB43C732-6222-0D33-66C4-0F06A2A931A9}"/>
          </ac:spMkLst>
        </pc:spChg>
        <pc:spChg chg="mod">
          <ac:chgData name="H. Shine" userId="fc27ff59f79380b6" providerId="LiveId" clId="{49B3E6E0-4B1E-4AD6-A829-DE648B7A64C9}" dt="2026-09-07T08:37:36.576" v="39"/>
          <ac:spMkLst>
            <pc:docMk/>
            <pc:sldMk cId="1694393957" sldId="390"/>
            <ac:spMk id="4" creationId="{4D331936-B8FC-A114-96B6-115568608E67}"/>
          </ac:spMkLst>
        </pc:spChg>
        <pc:spChg chg="mod">
          <ac:chgData name="H. Shine" userId="fc27ff59f79380b6" providerId="LiveId" clId="{49B3E6E0-4B1E-4AD6-A829-DE648B7A64C9}" dt="2026-09-07T08:52:01.998" v="311" actId="113"/>
          <ac:spMkLst>
            <pc:docMk/>
            <pc:sldMk cId="1694393957" sldId="390"/>
            <ac:spMk id="5" creationId="{F4C4292A-00AF-89A9-47AE-A42F32DB06C7}"/>
          </ac:spMkLst>
        </pc:spChg>
        <pc:picChg chg="del">
          <ac:chgData name="H. Shine" userId="fc27ff59f79380b6" providerId="LiveId" clId="{49B3E6E0-4B1E-4AD6-A829-DE648B7A64C9}" dt="2026-09-07T08:37:28.925" v="24" actId="478"/>
          <ac:picMkLst>
            <pc:docMk/>
            <pc:sldMk cId="1694393957" sldId="390"/>
            <ac:picMk id="7" creationId="{6A53C7AC-D017-6676-AB23-544BF8084005}"/>
          </ac:picMkLst>
        </pc:picChg>
        <pc:picChg chg="del">
          <ac:chgData name="H. Shine" userId="fc27ff59f79380b6" providerId="LiveId" clId="{49B3E6E0-4B1E-4AD6-A829-DE648B7A64C9}" dt="2026-09-07T08:37:29.169" v="25" actId="478"/>
          <ac:picMkLst>
            <pc:docMk/>
            <pc:sldMk cId="1694393957" sldId="390"/>
            <ac:picMk id="9" creationId="{E8F27D3A-147B-AAB2-5B4F-7DCAD66FF6A1}"/>
          </ac:picMkLst>
        </pc:picChg>
        <pc:picChg chg="del">
          <ac:chgData name="H. Shine" userId="fc27ff59f79380b6" providerId="LiveId" clId="{49B3E6E0-4B1E-4AD6-A829-DE648B7A64C9}" dt="2026-09-07T08:37:56.408" v="51" actId="478"/>
          <ac:picMkLst>
            <pc:docMk/>
            <pc:sldMk cId="1694393957" sldId="390"/>
            <ac:picMk id="13" creationId="{28CE4AD6-2705-64FD-4CC9-03D6DD07AE74}"/>
          </ac:picMkLst>
        </pc:picChg>
      </pc:sldChg>
      <pc:sldChg chg="addSp modSp add mod">
        <pc:chgData name="H. Shine" userId="fc27ff59f79380b6" providerId="LiveId" clId="{49B3E6E0-4B1E-4AD6-A829-DE648B7A64C9}" dt="2026-09-07T09:21:46.312" v="862"/>
        <pc:sldMkLst>
          <pc:docMk/>
          <pc:sldMk cId="3696902999" sldId="391"/>
        </pc:sldMkLst>
        <pc:spChg chg="mod">
          <ac:chgData name="H. Shine" userId="fc27ff59f79380b6" providerId="LiveId" clId="{49B3E6E0-4B1E-4AD6-A829-DE648B7A64C9}" dt="2026-09-07T09:21:46.312" v="862"/>
          <ac:spMkLst>
            <pc:docMk/>
            <pc:sldMk cId="3696902999" sldId="391"/>
            <ac:spMk id="4" creationId="{B6C0E3AC-03A4-7CF3-1112-EB7DFA38E5F7}"/>
          </ac:spMkLst>
        </pc:spChg>
        <pc:spChg chg="mod">
          <ac:chgData name="H. Shine" userId="fc27ff59f79380b6" providerId="LiveId" clId="{49B3E6E0-4B1E-4AD6-A829-DE648B7A64C9}" dt="2026-09-07T08:52:43.846" v="346" actId="20577"/>
          <ac:spMkLst>
            <pc:docMk/>
            <pc:sldMk cId="3696902999" sldId="391"/>
            <ac:spMk id="5" creationId="{2D44965C-E949-7CE1-DCFE-1185A0489000}"/>
          </ac:spMkLst>
        </pc:spChg>
        <pc:graphicFrameChg chg="add mod">
          <ac:chgData name="H. Shine" userId="fc27ff59f79380b6" providerId="LiveId" clId="{49B3E6E0-4B1E-4AD6-A829-DE648B7A64C9}" dt="2026-09-07T08:52:34.523" v="343"/>
          <ac:graphicFrameMkLst>
            <pc:docMk/>
            <pc:sldMk cId="3696902999" sldId="391"/>
            <ac:graphicFrameMk id="6" creationId="{6FADC1B2-B382-20AB-E0E6-2D36493BF7F0}"/>
          </ac:graphicFrameMkLst>
        </pc:graphicFrameChg>
        <pc:graphicFrameChg chg="add mod modGraphic">
          <ac:chgData name="H. Shine" userId="fc27ff59f79380b6" providerId="LiveId" clId="{49B3E6E0-4B1E-4AD6-A829-DE648B7A64C9}" dt="2026-09-07T08:58:43.395" v="413" actId="113"/>
          <ac:graphicFrameMkLst>
            <pc:docMk/>
            <pc:sldMk cId="3696902999" sldId="391"/>
            <ac:graphicFrameMk id="7" creationId="{557D2015-5D19-5765-418C-7B4BE2849380}"/>
          </ac:graphicFrameMkLst>
        </pc:graphicFrameChg>
      </pc:sldChg>
      <pc:sldChg chg="addSp delSp modSp add mod ord">
        <pc:chgData name="H. Shine" userId="fc27ff59f79380b6" providerId="LiveId" clId="{49B3E6E0-4B1E-4AD6-A829-DE648B7A64C9}" dt="2026-09-07T09:21:52.622" v="866"/>
        <pc:sldMkLst>
          <pc:docMk/>
          <pc:sldMk cId="3710890351" sldId="392"/>
        </pc:sldMkLst>
        <pc:spChg chg="mod">
          <ac:chgData name="H. Shine" userId="fc27ff59f79380b6" providerId="LiveId" clId="{49B3E6E0-4B1E-4AD6-A829-DE648B7A64C9}" dt="2026-09-07T09:20:09.668" v="852"/>
          <ac:spMkLst>
            <pc:docMk/>
            <pc:sldMk cId="3710890351" sldId="392"/>
            <ac:spMk id="4" creationId="{D22BD0C9-46BE-582A-F511-F0175EADF3F9}"/>
          </ac:spMkLst>
        </pc:spChg>
        <pc:spChg chg="mod">
          <ac:chgData name="H. Shine" userId="fc27ff59f79380b6" providerId="LiveId" clId="{49B3E6E0-4B1E-4AD6-A829-DE648B7A64C9}" dt="2026-09-07T09:15:12.615" v="767"/>
          <ac:spMkLst>
            <pc:docMk/>
            <pc:sldMk cId="3710890351" sldId="392"/>
            <ac:spMk id="5" creationId="{0DBBD2F2-350B-EDEC-80D2-58D2960636AC}"/>
          </ac:spMkLst>
        </pc:spChg>
        <pc:graphicFrameChg chg="add mod modGraphic">
          <ac:chgData name="H. Shine" userId="fc27ff59f79380b6" providerId="LiveId" clId="{49B3E6E0-4B1E-4AD6-A829-DE648B7A64C9}" dt="2026-09-07T09:14:56.850" v="752" actId="1076"/>
          <ac:graphicFrameMkLst>
            <pc:docMk/>
            <pc:sldMk cId="3710890351" sldId="392"/>
            <ac:graphicFrameMk id="6" creationId="{B9F2A716-5000-DB6B-03ED-4D00880F9208}"/>
          </ac:graphicFrameMkLst>
        </pc:graphicFrameChg>
        <pc:graphicFrameChg chg="del">
          <ac:chgData name="H. Shine" userId="fc27ff59f79380b6" providerId="LiveId" clId="{49B3E6E0-4B1E-4AD6-A829-DE648B7A64C9}" dt="2026-09-07T09:00:24.356" v="415" actId="478"/>
          <ac:graphicFrameMkLst>
            <pc:docMk/>
            <pc:sldMk cId="3710890351" sldId="392"/>
            <ac:graphicFrameMk id="7" creationId="{BD94C4E9-772D-B699-6575-28AC110F1401}"/>
          </ac:graphicFrameMkLst>
        </pc:graphicFrameChg>
      </pc:sldChg>
      <pc:sldChg chg="addSp delSp modSp add mod ord">
        <pc:chgData name="H. Shine" userId="fc27ff59f79380b6" providerId="LiveId" clId="{49B3E6E0-4B1E-4AD6-A829-DE648B7A64C9}" dt="2026-09-07T09:19:20.901" v="822"/>
        <pc:sldMkLst>
          <pc:docMk/>
          <pc:sldMk cId="2446773611" sldId="393"/>
        </pc:sldMkLst>
        <pc:spChg chg="mod">
          <ac:chgData name="H. Shine" userId="fc27ff59f79380b6" providerId="LiveId" clId="{49B3E6E0-4B1E-4AD6-A829-DE648B7A64C9}" dt="2026-09-07T09:17:55.092" v="794" actId="20577"/>
          <ac:spMkLst>
            <pc:docMk/>
            <pc:sldMk cId="2446773611" sldId="393"/>
            <ac:spMk id="4" creationId="{934603AE-4E3E-69B1-063B-D0BE15B1EFCC}"/>
          </ac:spMkLst>
        </pc:spChg>
        <pc:spChg chg="mod">
          <ac:chgData name="H. Shine" userId="fc27ff59f79380b6" providerId="LiveId" clId="{49B3E6E0-4B1E-4AD6-A829-DE648B7A64C9}" dt="2026-09-07T09:09:58.518" v="660" actId="20577"/>
          <ac:spMkLst>
            <pc:docMk/>
            <pc:sldMk cId="2446773611" sldId="393"/>
            <ac:spMk id="5" creationId="{CB0EB615-3EBC-5A97-4FF6-6804449B6E42}"/>
          </ac:spMkLst>
        </pc:spChg>
        <pc:graphicFrameChg chg="del">
          <ac:chgData name="H. Shine" userId="fc27ff59f79380b6" providerId="LiveId" clId="{49B3E6E0-4B1E-4AD6-A829-DE648B7A64C9}" dt="2026-09-07T09:08:02.416" v="593" actId="478"/>
          <ac:graphicFrameMkLst>
            <pc:docMk/>
            <pc:sldMk cId="2446773611" sldId="393"/>
            <ac:graphicFrameMk id="6" creationId="{A59AC951-BA9D-D75C-B50E-FF68015327AF}"/>
          </ac:graphicFrameMkLst>
        </pc:graphicFrameChg>
        <pc:picChg chg="add mod">
          <ac:chgData name="H. Shine" userId="fc27ff59f79380b6" providerId="LiveId" clId="{49B3E6E0-4B1E-4AD6-A829-DE648B7A64C9}" dt="2026-09-07T09:16:50.705" v="772" actId="1076"/>
          <ac:picMkLst>
            <pc:docMk/>
            <pc:sldMk cId="2446773611" sldId="393"/>
            <ac:picMk id="8" creationId="{08968525-8DE5-FC5D-B471-A3F2030B11FF}"/>
          </ac:picMkLst>
        </pc:picChg>
        <pc:picChg chg="add mod">
          <ac:chgData name="H. Shine" userId="fc27ff59f79380b6" providerId="LiveId" clId="{49B3E6E0-4B1E-4AD6-A829-DE648B7A64C9}" dt="2026-09-07T09:16:53.493" v="774" actId="1076"/>
          <ac:picMkLst>
            <pc:docMk/>
            <pc:sldMk cId="2446773611" sldId="393"/>
            <ac:picMk id="10" creationId="{A4A53050-3EF9-4ABB-B957-2370911AA5B0}"/>
          </ac:picMkLst>
        </pc:picChg>
        <pc:picChg chg="add mod">
          <ac:chgData name="H. Shine" userId="fc27ff59f79380b6" providerId="LiveId" clId="{49B3E6E0-4B1E-4AD6-A829-DE648B7A64C9}" dt="2026-09-07T09:16:55.253" v="775" actId="1076"/>
          <ac:picMkLst>
            <pc:docMk/>
            <pc:sldMk cId="2446773611" sldId="393"/>
            <ac:picMk id="12" creationId="{2DC937E6-EDAD-AD7C-D20D-510F3B123307}"/>
          </ac:picMkLst>
        </pc:picChg>
        <pc:picChg chg="add mod">
          <ac:chgData name="H. Shine" userId="fc27ff59f79380b6" providerId="LiveId" clId="{49B3E6E0-4B1E-4AD6-A829-DE648B7A64C9}" dt="2026-09-07T09:17:02.635" v="780" actId="14100"/>
          <ac:picMkLst>
            <pc:docMk/>
            <pc:sldMk cId="2446773611" sldId="393"/>
            <ac:picMk id="14" creationId="{E66F20D6-9BC6-8936-6C80-ACE8CFAE666C}"/>
          </ac:picMkLst>
        </pc:picChg>
      </pc:sldChg>
      <pc:sldChg chg="delSp modSp add del mod">
        <pc:chgData name="H. Shine" userId="fc27ff59f79380b6" providerId="LiveId" clId="{49B3E6E0-4B1E-4AD6-A829-DE648B7A64C9}" dt="2026-09-07T09:18:14.731" v="817" actId="47"/>
        <pc:sldMkLst>
          <pc:docMk/>
          <pc:sldMk cId="3645009884" sldId="394"/>
        </pc:sldMkLst>
        <pc:spChg chg="mod">
          <ac:chgData name="H. Shine" userId="fc27ff59f79380b6" providerId="LiveId" clId="{49B3E6E0-4B1E-4AD6-A829-DE648B7A64C9}" dt="2026-09-07T09:18:06.860" v="813"/>
          <ac:spMkLst>
            <pc:docMk/>
            <pc:sldMk cId="3645009884" sldId="394"/>
            <ac:spMk id="4" creationId="{A5BFDB87-A583-F3BA-539C-E5594B452C5D}"/>
          </ac:spMkLst>
        </pc:spChg>
        <pc:spChg chg="mod">
          <ac:chgData name="H. Shine" userId="fc27ff59f79380b6" providerId="LiveId" clId="{49B3E6E0-4B1E-4AD6-A829-DE648B7A64C9}" dt="2026-09-07T09:14:17.818" v="733"/>
          <ac:spMkLst>
            <pc:docMk/>
            <pc:sldMk cId="3645009884" sldId="394"/>
            <ac:spMk id="5" creationId="{E2DF11CB-8ECF-5B79-684B-41FF43E2AF6F}"/>
          </ac:spMkLst>
        </pc:spChg>
        <pc:picChg chg="del">
          <ac:chgData name="H. Shine" userId="fc27ff59f79380b6" providerId="LiveId" clId="{49B3E6E0-4B1E-4AD6-A829-DE648B7A64C9}" dt="2026-09-07T09:13:44.678" v="703" actId="478"/>
          <ac:picMkLst>
            <pc:docMk/>
            <pc:sldMk cId="3645009884" sldId="394"/>
            <ac:picMk id="8" creationId="{ECD226F6-548D-3124-5FC7-951FEDFD9937}"/>
          </ac:picMkLst>
        </pc:picChg>
        <pc:picChg chg="del">
          <ac:chgData name="H. Shine" userId="fc27ff59f79380b6" providerId="LiveId" clId="{49B3E6E0-4B1E-4AD6-A829-DE648B7A64C9}" dt="2026-09-07T09:13:44.126" v="701" actId="478"/>
          <ac:picMkLst>
            <pc:docMk/>
            <pc:sldMk cId="3645009884" sldId="394"/>
            <ac:picMk id="10" creationId="{0D25A94F-0BC0-6F81-B511-4F582C15DDBB}"/>
          </ac:picMkLst>
        </pc:picChg>
        <pc:picChg chg="del">
          <ac:chgData name="H. Shine" userId="fc27ff59f79380b6" providerId="LiveId" clId="{49B3E6E0-4B1E-4AD6-A829-DE648B7A64C9}" dt="2026-09-07T09:13:44.402" v="702" actId="478"/>
          <ac:picMkLst>
            <pc:docMk/>
            <pc:sldMk cId="3645009884" sldId="394"/>
            <ac:picMk id="12" creationId="{6420FCB8-7033-C708-5FBB-62E1C8E264D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11C8C9-373A-574A-9755-80D04E77005E}" type="datetimeFigureOut">
              <a:rPr kumimoji="1" lang="zh-CN" altLang="en-US" smtClean="0"/>
              <a:t>2026/9/7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762D5B-0E32-3D49-B207-A22F47C1AAF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174064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3924D012-9870-8CCD-327D-D716194808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6000" y="1919814"/>
            <a:ext cx="10800000" cy="720000"/>
          </a:xfrm>
        </p:spPr>
        <p:txBody>
          <a:bodyPr anchor="ctr"/>
          <a:lstStyle>
            <a:lvl1pPr algn="ctr">
              <a:lnSpc>
                <a:spcPct val="100000"/>
              </a:lnSpc>
              <a:defRPr sz="4400">
                <a:latin typeface="+mn-lt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11" name="副标题 2">
            <a:extLst>
              <a:ext uri="{FF2B5EF4-FFF2-40B4-BE49-F238E27FC236}">
                <a16:creationId xmlns:a16="http://schemas.microsoft.com/office/drawing/2014/main" id="{129AA503-B0A9-9931-7E36-E2ECA53A1B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6000" y="2999814"/>
            <a:ext cx="8640000" cy="360000"/>
          </a:xfrm>
        </p:spPr>
        <p:txBody>
          <a:bodyPr lIns="0" tIns="0" rIns="0" bIns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None/>
              <a:defRPr sz="2800">
                <a:latin typeface="Calibri" panose="020F0502020204030204" pitchFamily="34" charset="0"/>
                <a:ea typeface="楷体" panose="02010609060101010101" pitchFamily="49" charset="-122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12" name="Rectangle 4">
            <a:extLst>
              <a:ext uri="{FF2B5EF4-FFF2-40B4-BE49-F238E27FC236}">
                <a16:creationId xmlns:a16="http://schemas.microsoft.com/office/drawing/2014/main" id="{BC5547B0-9B5F-C147-C120-6BA50F5B56F8}"/>
              </a:ext>
            </a:extLst>
          </p:cNvPr>
          <p:cNvSpPr/>
          <p:nvPr/>
        </p:nvSpPr>
        <p:spPr>
          <a:xfrm>
            <a:off x="1596000" y="2639814"/>
            <a:ext cx="9000000" cy="108000"/>
          </a:xfrm>
          <a:prstGeom prst="rect">
            <a:avLst/>
          </a:prstGeom>
          <a:solidFill>
            <a:srgbClr val="B301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3" name="内容占位符 2">
            <a:extLst>
              <a:ext uri="{FF2B5EF4-FFF2-40B4-BE49-F238E27FC236}">
                <a16:creationId xmlns:a16="http://schemas.microsoft.com/office/drawing/2014/main" id="{2644168D-C717-FB2E-66E3-EFB6C811121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096000" y="4358352"/>
            <a:ext cx="4320000" cy="369332"/>
          </a:xfrm>
          <a:noFill/>
        </p:spPr>
        <p:txBody>
          <a:bodyPr vert="horz" wrap="square" lIns="0" tIns="0" rIns="0" bIns="0" rtlCol="0">
            <a:spAutoFit/>
          </a:bodyPr>
          <a:lstStyle>
            <a:lvl1pPr marL="0" indent="0" algn="r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None/>
              <a:defRPr lang="zh-CN" altLang="en-US" sz="2400" b="0" smtClean="0">
                <a:solidFill>
                  <a:prstClr val="black"/>
                </a:solidFill>
                <a:latin typeface="Calibri" panose="020F0502020204030204" pitchFamily="34" charset="0"/>
                <a:ea typeface="楷体" panose="02010609060101010101" pitchFamily="49" charset="-122"/>
                <a:cs typeface="Calibri" panose="020F0502020204030204" pitchFamily="34" charset="0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228600" marR="0" lvl="0" indent="-228600" defTabSz="4536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822696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4">
            <a:extLst>
              <a:ext uri="{FF2B5EF4-FFF2-40B4-BE49-F238E27FC236}">
                <a16:creationId xmlns:a16="http://schemas.microsoft.com/office/drawing/2014/main" id="{D3C09576-93C5-73E0-8669-5F4672A66030}"/>
              </a:ext>
            </a:extLst>
          </p:cNvPr>
          <p:cNvSpPr/>
          <p:nvPr/>
        </p:nvSpPr>
        <p:spPr>
          <a:xfrm>
            <a:off x="388880" y="874599"/>
            <a:ext cx="10800000" cy="90000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10000">
                <a:srgbClr val="C00000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N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楷体"/>
              <a:cs typeface="+mn-cs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C101C61-3147-A619-EB69-D997B2201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5125"/>
            <a:ext cx="360000" cy="360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0EEC669C-3A94-5645-80F3-ED04B501DFEC}" type="slidenum">
              <a:rPr lang="en-US" altLang="zh-CN" smtClean="0"/>
              <a:pPr/>
              <a:t>‹#›</a:t>
            </a:fld>
            <a:endParaRPr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B99EF7B-0F9F-9E03-FEEF-5C8F46E4E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880" y="294643"/>
            <a:ext cx="10800000" cy="576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defRPr sz="3600" b="1" baseline="0">
                <a:latin typeface="Calibri" panose="020F0502020204030204" pitchFamily="34" charset="0"/>
                <a:ea typeface="楷体" panose="02010609060101010101" pitchFamily="49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F0248BAD-5CEF-29F5-03F5-829A860B9C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2" y="1230122"/>
            <a:ext cx="10800000" cy="369332"/>
          </a:xfrm>
          <a:noFill/>
        </p:spPr>
        <p:txBody>
          <a:bodyPr vert="horz" wrap="square" lIns="0" tIns="0" rIns="0" bIns="0" rtlCol="0" anchor="ctr">
            <a:spAutoFit/>
          </a:bodyPr>
          <a:lstStyle>
            <a:lvl1pPr marL="0" indent="0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None/>
              <a:defRPr lang="zh-CN" altLang="en-US" sz="2400" b="1" smtClean="0">
                <a:solidFill>
                  <a:prstClr val="black"/>
                </a:solidFill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228600" marR="0" lvl="0" indent="-228600" defTabSz="4536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D5A4AA-F19D-7F43-9D71-02767D898CA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0537802" cy="276999"/>
          </a:xfrm>
          <a:noFill/>
        </p:spPr>
        <p:txBody>
          <a:bodyPr vert="horz" wrap="square" lIns="0" tIns="0" rIns="0" bIns="0" rtlCol="0">
            <a:spAutoFit/>
          </a:bodyPr>
          <a:lstStyle>
            <a:lvl1pPr marL="0" indent="0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None/>
              <a:defRPr lang="zh-CN" altLang="en-US" sz="1800" b="0" smtClean="0">
                <a:solidFill>
                  <a:prstClr val="black"/>
                </a:solidFill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228600" marR="0" lvl="0" indent="-228600" defTabSz="4536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389512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F2B8F47-0096-BB81-B056-6C317A917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5125"/>
            <a:ext cx="360000" cy="360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0EEC669C-3A94-5645-80F3-ED04B501DFEC}" type="slidenum">
              <a:rPr lang="en-CN" smtClean="0"/>
              <a:pPr/>
              <a:t>‹#›</a:t>
            </a:fld>
            <a:endParaRPr lang="en-CN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AD07EAB-3680-170C-BC1E-FC05937C3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880" y="294643"/>
            <a:ext cx="10800000" cy="576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defRPr sz="3600" b="1" baseline="0">
                <a:latin typeface="Calibri" panose="020F0502020204030204" pitchFamily="34" charset="0"/>
                <a:ea typeface="楷体" panose="02010609060101010101" pitchFamily="49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82152598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D430967A-9E52-AB27-299B-A5F956237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5125"/>
            <a:ext cx="360000" cy="360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0EEC669C-3A94-5645-80F3-ED04B501DFEC}" type="slidenum">
              <a:rPr lang="en-US" altLang="zh-CN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17393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2495952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4204CA-67D8-B744-A69E-0B9627471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lvl="0">
              <a:lnSpc>
                <a:spcPct val="100000"/>
              </a:lnSpc>
            </a:pPr>
            <a:r>
              <a:rPr lang="zh-CN" altLang="en-US"/>
              <a:t>单击此处编辑母版标题样式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4C0BE-D8A6-A244-AF4C-D8F130B13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1918474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7EC906-206E-0A4F-8C55-7A54999081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5125"/>
            <a:ext cx="360000" cy="36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600" b="1">
                <a:solidFill>
                  <a:srgbClr val="C00000"/>
                </a:solidFill>
                <a:latin typeface="Times New Roman" panose="02020603050405020304" pitchFamily="18" charset="0"/>
                <a:ea typeface="FangSong" panose="02010609060101010101" pitchFamily="49" charset="-122"/>
                <a:cs typeface="Times New Roman" panose="02020603050405020304" pitchFamily="18" charset="0"/>
              </a:defRPr>
            </a:lvl1pPr>
          </a:lstStyle>
          <a:p>
            <a:fld id="{0EEC669C-3A94-5645-80F3-ED04B501DFEC}" type="slidenum">
              <a:rPr lang="en-CN" smtClean="0"/>
              <a:pPr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27391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4" r:id="rId3"/>
    <p:sldLayoutId id="2147483665" r:id="rId4"/>
    <p:sldLayoutId id="2147483666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CN" sz="4400" b="1" kern="1200" baseline="0" dirty="0">
          <a:solidFill>
            <a:schemeClr val="tx1"/>
          </a:solidFill>
          <a:latin typeface="Calibri" panose="020F0502020204030204" pitchFamily="34" charset="0"/>
          <a:ea typeface="楷体" panose="02010609060101010101" pitchFamily="49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ECD174-10B3-A233-9B16-EF4C324B0B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zh-CN" dirty="0"/>
              <a:t>CIM</a:t>
            </a:r>
            <a:r>
              <a:rPr kumimoji="1" lang="zh-CN" altLang="en-US" dirty="0"/>
              <a:t> </a:t>
            </a:r>
            <a:r>
              <a:rPr kumimoji="1" lang="en-US" altLang="zh-CN" dirty="0"/>
              <a:t>Roofline</a:t>
            </a:r>
            <a:endParaRPr kumimoji="1"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0795EDB-880E-5C16-E53C-473F73C876E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zh-CN" dirty="0"/>
              <a:t>ISCAS</a:t>
            </a:r>
            <a:r>
              <a:rPr kumimoji="1" lang="zh-CN" altLang="en-US" dirty="0"/>
              <a:t> </a:t>
            </a:r>
            <a:r>
              <a:rPr kumimoji="1" lang="en-US" altLang="zh-CN" dirty="0"/>
              <a:t>27</a:t>
            </a:r>
            <a:endParaRPr kumimoji="1" lang="zh-CN" altLang="en-US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86E41AB-95C1-5582-9161-167D561066F5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096000" y="4358352"/>
            <a:ext cx="4320000" cy="1159292"/>
          </a:xfrm>
        </p:spPr>
        <p:txBody>
          <a:bodyPr/>
          <a:lstStyle/>
          <a:p>
            <a:r>
              <a:rPr kumimoji="1" lang="zh-CN" altLang="en-US" dirty="0"/>
              <a:t>邵瀚雍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en-US" altLang="zh-CN" dirty="0"/>
              <a:t>2026</a:t>
            </a:r>
            <a:r>
              <a:rPr kumimoji="1" lang="zh-CN" altLang="en-US" dirty="0"/>
              <a:t>年</a:t>
            </a:r>
            <a:r>
              <a:rPr kumimoji="1" lang="en-US" altLang="zh-CN" dirty="0"/>
              <a:t>9</a:t>
            </a:r>
            <a:r>
              <a:rPr kumimoji="1" lang="zh-CN" altLang="en-US" dirty="0"/>
              <a:t>月</a:t>
            </a:r>
            <a:r>
              <a:rPr kumimoji="1" lang="en-US" altLang="zh-CN" dirty="0"/>
              <a:t>9</a:t>
            </a:r>
            <a:r>
              <a:rPr kumimoji="1" lang="zh-CN" altLang="en-US" dirty="0"/>
              <a:t>日</a:t>
            </a:r>
          </a:p>
        </p:txBody>
      </p:sp>
    </p:spTree>
    <p:extLst>
      <p:ext uri="{BB962C8B-B14F-4D97-AF65-F5344CB8AC3E}">
        <p14:creationId xmlns:p14="http://schemas.microsoft.com/office/powerpoint/2010/main" val="1619921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10EA3-D710-D609-AE90-C2C7F3D2B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5CA27B0A-0971-2A1C-4DD8-2DAE8F735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EB43C732-6222-0D33-66C4-0F06A2A93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工作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F4C4292A-00AF-89A9-47AE-A42F32DB06C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48440"/>
            <a:ext cx="11421202" cy="2844368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 dirty="0">
                <a:solidFill>
                  <a:schemeClr val="tx1"/>
                </a:solidFill>
                <a:cs typeface="Arial" panose="020B0604020202020204" pitchFamily="34" charset="0"/>
              </a:rPr>
              <a:t>ISCAS</a:t>
            </a:r>
            <a:r>
              <a:rPr lang="zh-CN" altLang="en-US" sz="1600" dirty="0">
                <a:solidFill>
                  <a:schemeClr val="tx1"/>
                </a:solidFill>
                <a:cs typeface="Arial" panose="020B0604020202020204" pitchFamily="34" charset="0"/>
              </a:rPr>
              <a:t>今年不是双盲评审</a:t>
            </a:r>
          </a:p>
          <a:p>
            <a:pPr>
              <a:spcAft>
                <a:spcPts val="600"/>
              </a:spcAft>
            </a:pPr>
            <a:r>
              <a:rPr lang="zh-CN" altLang="en-US" sz="1600" dirty="0">
                <a:solidFill>
                  <a:schemeClr val="tx1"/>
                </a:solidFill>
                <a:cs typeface="Arial" panose="020B0604020202020204" pitchFamily="34" charset="0"/>
              </a:rPr>
              <a:t>论文长度：最多</a:t>
            </a:r>
            <a:r>
              <a:rPr lang="en-US" altLang="zh-CN" sz="1600" dirty="0">
                <a:solidFill>
                  <a:schemeClr val="tx1"/>
                </a:solidFill>
                <a:cs typeface="Arial" panose="020B0604020202020204" pitchFamily="34" charset="0"/>
              </a:rPr>
              <a:t>5</a:t>
            </a:r>
            <a:r>
              <a:rPr lang="zh-CN" altLang="en-US" sz="1600" dirty="0">
                <a:solidFill>
                  <a:schemeClr val="tx1"/>
                </a:solidFill>
                <a:cs typeface="Arial" panose="020B0604020202020204" pitchFamily="34" charset="0"/>
              </a:rPr>
              <a:t>页，其中</a:t>
            </a:r>
            <a:r>
              <a:rPr lang="en-US" altLang="zh-CN" sz="1600" dirty="0">
                <a:solidFill>
                  <a:schemeClr val="tx1"/>
                </a:solidFill>
                <a:cs typeface="Arial" panose="020B0604020202020204" pitchFamily="34" charset="0"/>
              </a:rPr>
              <a:t>4</a:t>
            </a:r>
            <a:r>
              <a:rPr lang="zh-CN" altLang="en-US" sz="1600" dirty="0">
                <a:solidFill>
                  <a:schemeClr val="tx1"/>
                </a:solidFill>
                <a:cs typeface="Arial" panose="020B0604020202020204" pitchFamily="34" charset="0"/>
              </a:rPr>
              <a:t>页为技术内容，包括文本、图表和参考文献（如有），另有一页可选的第</a:t>
            </a:r>
            <a:r>
              <a:rPr lang="en-US" altLang="zh-CN" sz="1600" dirty="0">
                <a:solidFill>
                  <a:schemeClr val="tx1"/>
                </a:solidFill>
                <a:cs typeface="Arial" panose="020B0604020202020204" pitchFamily="34" charset="0"/>
              </a:rPr>
              <a:t>5</a:t>
            </a:r>
            <a:r>
              <a:rPr lang="zh-CN" altLang="en-US" sz="1600" dirty="0">
                <a:solidFill>
                  <a:schemeClr val="tx1"/>
                </a:solidFill>
                <a:cs typeface="Arial" panose="020B0604020202020204" pitchFamily="34" charset="0"/>
              </a:rPr>
              <a:t>页仅包含参考文献</a:t>
            </a:r>
          </a:p>
          <a:p>
            <a:pPr>
              <a:spcAft>
                <a:spcPts val="600"/>
              </a:spcAft>
            </a:pPr>
            <a:endParaRPr lang="en-US" altLang="zh-CN" sz="1600" dirty="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DDL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~2026/10/14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国内下午时间</a:t>
            </a: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核心：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 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将一类操作数保存为计算状态，另一类操作数流过该状态完成计算。因此，性能不仅取决于流式求值能力，还取决于驻留状态建立和更新的代价，以及该代价被多少流式工作所摊销</a:t>
            </a: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题目：存算一体架构的</a:t>
            </a:r>
            <a:r>
              <a:rPr lang="en-US" altLang="zh-CN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Roofline</a:t>
            </a: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模型？</a:t>
            </a:r>
            <a:endParaRPr lang="en-US" altLang="zh-CN" sz="1600" b="1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D331936-B8FC-A114-96B6-115568608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 dirty="0"/>
              <a:t>会议情况</a:t>
            </a:r>
          </a:p>
        </p:txBody>
      </p:sp>
    </p:spTree>
    <p:extLst>
      <p:ext uri="{BB962C8B-B14F-4D97-AF65-F5344CB8AC3E}">
        <p14:creationId xmlns:p14="http://schemas.microsoft.com/office/powerpoint/2010/main" val="1694393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DD7E0-5B91-4E8F-3C39-231799D32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49EB6C9-A7B2-4BD9-CC37-4CD3BAFAE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DE00CFE2-9D83-021D-D4A9-FEFA28055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工作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2D44965C-E949-7CE1-DCFE-1185A048900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48440"/>
            <a:ext cx="11421202" cy="24622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题目：存算一体架构的</a:t>
            </a:r>
            <a:r>
              <a:rPr lang="en-US" altLang="zh-CN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Roofline</a:t>
            </a: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模型</a:t>
            </a:r>
            <a:endParaRPr lang="en-US" altLang="zh-CN" sz="1600" b="1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6C0E3AC-03A4-7CF3-1112-EB7DFA38E5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 dirty="0"/>
              <a:t>论文的整体结构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57D2015-5D19-5765-418C-7B4BE28493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4077683"/>
              </p:ext>
            </p:extLst>
          </p:nvPr>
        </p:nvGraphicFramePr>
        <p:xfrm>
          <a:off x="696000" y="2702877"/>
          <a:ext cx="11186160" cy="354921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39440">
                  <a:extLst>
                    <a:ext uri="{9D8B030D-6E8A-4147-A177-3AD203B41FA5}">
                      <a16:colId xmlns:a16="http://schemas.microsoft.com/office/drawing/2014/main" val="3643538404"/>
                    </a:ext>
                  </a:extLst>
                </a:gridCol>
                <a:gridCol w="5554980">
                  <a:extLst>
                    <a:ext uri="{9D8B030D-6E8A-4147-A177-3AD203B41FA5}">
                      <a16:colId xmlns:a16="http://schemas.microsoft.com/office/drawing/2014/main" val="2150991689"/>
                    </a:ext>
                  </a:extLst>
                </a:gridCol>
                <a:gridCol w="2491740">
                  <a:extLst>
                    <a:ext uri="{9D8B030D-6E8A-4147-A177-3AD203B41FA5}">
                      <a16:colId xmlns:a16="http://schemas.microsoft.com/office/drawing/2014/main" val="4003314017"/>
                    </a:ext>
                  </a:extLst>
                </a:gridCol>
              </a:tblGrid>
              <a:tr h="2701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 dirty="0"/>
                        <a:t>章节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 dirty="0"/>
                        <a:t>二级标题与主要内容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 dirty="0"/>
                        <a:t>大致位置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863752"/>
                  </a:ext>
                </a:extLst>
              </a:tr>
              <a:tr h="6753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I. Introduction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架构差异、现有表述的缺口、本文贡献；相关工作融入其中，不单列长综述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第 1 页前半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7599494"/>
                  </a:ext>
                </a:extLst>
              </a:tr>
              <a:tr h="6753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II. A Resident–Streaming Roofline for CIM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 dirty="0"/>
                        <a:t>A. 操作数角色与</a:t>
                      </a:r>
                      <a:r>
                        <a:rPr lang="zh-CN" altLang="en-US" sz="1600" b="1" dirty="0"/>
                        <a:t>分析</a:t>
                      </a:r>
                      <a:r>
                        <a:rPr lang="zh-CN" sz="1600" b="1" dirty="0"/>
                        <a:t>边界；B. 窗口化需求、上界与分区；</a:t>
                      </a:r>
                      <a:br>
                        <a:rPr lang="en-US" altLang="zh-CN" sz="1600" b="1" dirty="0"/>
                      </a:br>
                      <a:r>
                        <a:rPr lang="zh-CN" sz="1600" b="1" dirty="0"/>
                        <a:t>C. 与传统性能</a:t>
                      </a:r>
                      <a:r>
                        <a:rPr lang="zh-CN" altLang="en-US" sz="1600" b="1" dirty="0"/>
                        <a:t>分析</a:t>
                      </a:r>
                      <a:r>
                        <a:rPr lang="zh-CN" sz="1600" b="1" dirty="0"/>
                        <a:t>的联系及两个算例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第 1 页后半至第 2 页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1345741"/>
                  </a:ext>
                </a:extLst>
              </a:tr>
              <a:tr h="6753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III. Hardware and Workload Characterization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 dirty="0"/>
                        <a:t>A. 文献支持的硬件能力范围</a:t>
                      </a:r>
                      <a:r>
                        <a:rPr lang="zh-CN" altLang="en-US" sz="1600" b="1" dirty="0"/>
                        <a:t>分析</a:t>
                      </a:r>
                      <a:r>
                        <a:rPr lang="zh-CN" sz="1600" b="1" dirty="0"/>
                        <a:t>；</a:t>
                      </a:r>
                      <a:br>
                        <a:rPr lang="en-US" altLang="zh-CN" sz="1600" b="1" dirty="0"/>
                      </a:br>
                      <a:r>
                        <a:rPr lang="zh-CN" sz="1600" b="1" dirty="0"/>
                        <a:t>B. 明确驻留策略下的</a:t>
                      </a:r>
                      <a:r>
                        <a:rPr lang="zh-CN" altLang="en-US" sz="1600" b="1" dirty="0"/>
                        <a:t>算法</a:t>
                      </a:r>
                      <a:r>
                        <a:rPr lang="zh-CN" sz="1600" b="1" dirty="0"/>
                        <a:t> workload 需求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主要在第 3 页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3687827"/>
                  </a:ext>
                </a:extLst>
              </a:tr>
              <a:tr h="6753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 dirty="0"/>
                        <a:t>IV. Workload–Hardware Matching and Design Implications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A. 适配</a:t>
                      </a:r>
                      <a:r>
                        <a:rPr lang="zh-CN" altLang="en-US" sz="1600" dirty="0"/>
                        <a:t>区间的</a:t>
                      </a:r>
                      <a:r>
                        <a:rPr lang="zh-CN" sz="1600" dirty="0"/>
                        <a:t>结论；B. 瓶颈导向的设计选择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主要在第 4 页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4798894"/>
                  </a:ext>
                </a:extLst>
              </a:tr>
              <a:tr h="472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V. Conclusion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重述统一框架及其设计用途，不再提出新理论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第 4 页末尾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83064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69029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F7920-92C2-CB80-3B1A-49EABB22D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53FBAEE2-4773-7DEC-2EB2-241BCBBBA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3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49DBB1B7-CF85-05D7-A845-1A0B4942F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工作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0DBBD2F2-350B-EDEC-80D2-58D2960636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48440"/>
            <a:ext cx="11421202" cy="948978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表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1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：硬件的能力（</a:t>
            </a:r>
            <a:r>
              <a:rPr lang="zh-CN" altLang="zh-CN" sz="1600" dirty="0"/>
              <a:t>不同实现的两路能力处在什么范围</a:t>
            </a:r>
            <a:r>
              <a:rPr lang="zh-CN" altLang="en-US" sz="1600" dirty="0"/>
              <a:t>）</a:t>
            </a: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表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：算法的需求（</a:t>
            </a:r>
            <a:r>
              <a:rPr lang="zh-CN" altLang="zh-CN" sz="1600" dirty="0"/>
              <a:t>负载的需求由哪些执行条件决定</a:t>
            </a:r>
            <a:r>
              <a:rPr lang="zh-CN" altLang="en-US" sz="1600" dirty="0"/>
              <a:t>）</a:t>
            </a: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表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：决策和分析（</a:t>
            </a:r>
            <a:r>
              <a:rPr lang="zh-CN" altLang="zh-CN" sz="1600" dirty="0"/>
              <a:t>在什么条件下匹配，以及应该优先</a:t>
            </a:r>
            <a:r>
              <a:rPr lang="zh-CN" altLang="en-US" sz="1600" dirty="0"/>
              <a:t>设计的方向）</a:t>
            </a: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22BD0C9-46BE-582A-F511-F0175EADF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 dirty="0"/>
              <a:t>论文的整体结构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B9F2A716-5000-DB6B-03ED-4D00880F920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74316513"/>
                  </p:ext>
                </p:extLst>
              </p:nvPr>
            </p:nvGraphicFramePr>
            <p:xfrm>
              <a:off x="696000" y="2943070"/>
              <a:ext cx="11153100" cy="3838624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86140">
                      <a:extLst>
                        <a:ext uri="{9D8B030D-6E8A-4147-A177-3AD203B41FA5}">
                          <a16:colId xmlns:a16="http://schemas.microsoft.com/office/drawing/2014/main" val="4220692121"/>
                        </a:ext>
                      </a:extLst>
                    </a:gridCol>
                    <a:gridCol w="4390410">
                      <a:extLst>
                        <a:ext uri="{9D8B030D-6E8A-4147-A177-3AD203B41FA5}">
                          <a16:colId xmlns:a16="http://schemas.microsoft.com/office/drawing/2014/main" val="1806466084"/>
                        </a:ext>
                      </a:extLst>
                    </a:gridCol>
                    <a:gridCol w="3122910">
                      <a:extLst>
                        <a:ext uri="{9D8B030D-6E8A-4147-A177-3AD203B41FA5}">
                          <a16:colId xmlns:a16="http://schemas.microsoft.com/office/drawing/2014/main" val="2680918418"/>
                        </a:ext>
                      </a:extLst>
                    </a:gridCol>
                    <a:gridCol w="2453640">
                      <a:extLst>
                        <a:ext uri="{9D8B030D-6E8A-4147-A177-3AD203B41FA5}">
                          <a16:colId xmlns:a16="http://schemas.microsoft.com/office/drawing/2014/main" val="826689425"/>
                        </a:ext>
                      </a:extLst>
                    </a:gridCol>
                  </a:tblGrid>
                  <a:tr h="22366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 dirty="0"/>
                            <a:t>编号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 dirty="0"/>
                            <a:t>标题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内容与唯一任务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 dirty="0"/>
                            <a:t>位置／版式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99235388"/>
                      </a:ext>
                    </a:extLst>
                  </a:tr>
                  <a:tr h="73591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 dirty="0"/>
                            <a:t>Fig. 1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dirty="0"/>
                            <a:t>存算分离与存算融合下的操作数路径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让读者直观看到：为什么 resident 与 streaming 值得分开计量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dirty="0"/>
                            <a:t>第 1 页，单栏示意图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81333852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 dirty="0"/>
                            <a:t>Fig. 2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dirty="0"/>
                            <a:t>经典 Roofline 与 resident–streaming Roofline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dirty="0"/>
                            <a:t>两套曲线并排，加精简对应表，完成模型介绍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dirty="0"/>
                            <a:t>第 2 页，优先跨双栏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243390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 dirty="0"/>
                            <a:t>Table 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 dirty="0"/>
                            <a:t>代表性 CIM 实现的流式与驻留更新能力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给出文献支持的 </a:t>
                          </a:r>
                          <a14:m>
                            <m:oMath xmlns:m="http://schemas.openxmlformats.org/officeDocument/2006/math">
                              <m:r>
                                <a:rPr lang="zh-CN" altLang="en-US" sz="1600"/>
                                <m:t>𝜌</m:t>
                              </m:r>
                              <m:r>
                                <a:rPr lang="en-US" altLang="zh-CN" sz="1600"/>
                                <m:t>,</m:t>
                              </m:r>
                              <m:r>
                                <a:rPr lang="zh-CN" altLang="en-US" sz="1600"/>
                                <m:t>𝜏</m:t>
                              </m:r>
                              <m:r>
                                <a:rPr lang="en-US" altLang="zh-CN" sz="1600"/>
                                <m:t>,</m:t>
                              </m:r>
                              <m:r>
                                <a:rPr lang="zh-CN" altLang="en-US" sz="1600"/>
                                <m:t>𝑅</m:t>
                              </m:r>
                              <m:sSup>
                                <m:sSupPr>
                                  <m:ctrlPr>
                                    <a:rPr lang="zh-CN" altLang="en-US" sz="1600"/>
                                  </m:ctrlPr>
                                </m:sSupPr>
                                <m:e>
                                  <m:r>
                                    <a:rPr lang="zh-CN" altLang="en-US" sz="1600"/>
                                    <m:t>𝐼</m:t>
                                  </m:r>
                                </m:e>
                                <m:sup>
                                  <m:r>
                                    <a:rPr lang="zh-CN" altLang="en-US" sz="1600"/>
                                    <m:t>∗</m:t>
                                  </m:r>
                                </m:sup>
                              </m:sSup>
                            </m:oMath>
                          </a14:m>
                          <a:r>
                            <a:rPr lang="zh-CN" sz="1600"/>
                            <a:t>范围及其适用条件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3 页，允许跨双栏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35762458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代表性 workload 的窗口化操作数需求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dirty="0"/>
                            <a:t>给出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zh-CN" altLang="en-US" sz="1600"/>
                                  </m:ctrlPr>
                                </m:sSubPr>
                                <m:e>
                                  <m:r>
                                    <a:rPr lang="zh-CN" altLang="en-US" sz="1600"/>
                                    <m:t>𝑄</m:t>
                                  </m:r>
                                </m:e>
                                <m:sub>
                                  <m:r>
                                    <a:rPr lang="zh-CN" altLang="en-US" sz="1600"/>
                                    <m:t>𝑅</m:t>
                                  </m:r>
                                </m:sub>
                              </m:sSub>
                              <m:r>
                                <a:rPr lang="en-US" altLang="zh-CN" sz="1600"/>
                                <m:t>,</m:t>
                              </m:r>
                              <m:sSub>
                                <m:sSubPr>
                                  <m:ctrlPr>
                                    <a:rPr lang="zh-CN" altLang="en-US" sz="1600"/>
                                  </m:ctrlPr>
                                </m:sSubPr>
                                <m:e>
                                  <m:r>
                                    <a:rPr lang="zh-CN" altLang="en-US" sz="1600"/>
                                    <m:t>𝑄</m:t>
                                  </m:r>
                                </m:e>
                                <m:sub>
                                  <m:r>
                                    <a:rPr lang="zh-CN" altLang="en-US" sz="1600"/>
                                    <m:t>𝑆</m:t>
                                  </m:r>
                                </m:sub>
                              </m:sSub>
                              <m:r>
                                <a:rPr lang="en-US" altLang="zh-CN" sz="1600"/>
                                <m:t>,</m:t>
                              </m:r>
                              <m:r>
                                <a:rPr lang="zh-CN" altLang="en-US" sz="1600"/>
                                <m:t>𝑅𝐼</m:t>
                              </m:r>
                            </m:oMath>
                          </a14:m>
                          <a:r>
                            <a:rPr lang="zh-CN" sz="1600" dirty="0"/>
                            <a:t>，明确窗口、精度与驻留策略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dirty="0"/>
                            <a:t>第 3 页附近，允许跨双栏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49761412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 dirty="0"/>
                            <a:t>Table III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 dirty="0"/>
                            <a:t>Workload–CIM 适配关系与瓶颈判定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将前两表连接起来，指出适配条件和优先改进方向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4 页，尽量紧凑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23790604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 dirty="0"/>
                            <a:t>Fig. 3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dirty="0"/>
                            <a:t>流式能力与驻留更新能力提升的不同收益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dirty="0"/>
                            <a:t>用简单曲线说明：优化错误通路，可能没有吞吐收益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dirty="0"/>
                            <a:t>第 4 页，单栏分析图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0344075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B9F2A716-5000-DB6B-03ED-4D00880F920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74316513"/>
                  </p:ext>
                </p:extLst>
              </p:nvPr>
            </p:nvGraphicFramePr>
            <p:xfrm>
              <a:off x="696000" y="2943070"/>
              <a:ext cx="11153100" cy="3838624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86140">
                      <a:extLst>
                        <a:ext uri="{9D8B030D-6E8A-4147-A177-3AD203B41FA5}">
                          <a16:colId xmlns:a16="http://schemas.microsoft.com/office/drawing/2014/main" val="4220692121"/>
                        </a:ext>
                      </a:extLst>
                    </a:gridCol>
                    <a:gridCol w="4390410">
                      <a:extLst>
                        <a:ext uri="{9D8B030D-6E8A-4147-A177-3AD203B41FA5}">
                          <a16:colId xmlns:a16="http://schemas.microsoft.com/office/drawing/2014/main" val="1806466084"/>
                        </a:ext>
                      </a:extLst>
                    </a:gridCol>
                    <a:gridCol w="3122910">
                      <a:extLst>
                        <a:ext uri="{9D8B030D-6E8A-4147-A177-3AD203B41FA5}">
                          <a16:colId xmlns:a16="http://schemas.microsoft.com/office/drawing/2014/main" val="2680918418"/>
                        </a:ext>
                      </a:extLst>
                    </a:gridCol>
                    <a:gridCol w="2453640">
                      <a:extLst>
                        <a:ext uri="{9D8B030D-6E8A-4147-A177-3AD203B41FA5}">
                          <a16:colId xmlns:a16="http://schemas.microsoft.com/office/drawing/2014/main" val="826689425"/>
                        </a:ext>
                      </a:extLst>
                    </a:gridCol>
                  </a:tblGrid>
                  <a:tr h="27690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 dirty="0"/>
                            <a:t>编号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 dirty="0"/>
                            <a:t>标题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内容与唯一任务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 dirty="0"/>
                            <a:t>位置／版式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99235388"/>
                      </a:ext>
                    </a:extLst>
                  </a:tr>
                  <a:tr h="73591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 dirty="0"/>
                            <a:t>Fig. 1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dirty="0"/>
                            <a:t>存算分离与存算融合下的操作数路径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让读者直观看到：为什么 resident 与 streaming 值得分开计量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dirty="0"/>
                            <a:t>第 1 页，单栏示意图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81333852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 dirty="0"/>
                            <a:t>Fig. 2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dirty="0"/>
                            <a:t>经典 Roofline 与 resident–streaming Roofline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dirty="0"/>
                            <a:t>两套曲线并排，加精简对应表，完成模型介绍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dirty="0"/>
                            <a:t>第 2 页，优先跨双栏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243390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 dirty="0"/>
                            <a:t>Table 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 dirty="0"/>
                            <a:t>代表性 CIM 实现的流式与驻留更新能力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33064" marR="33064" marT="16532" marB="16532" anchor="ctr">
                        <a:blipFill>
                          <a:blip r:embed="rId2"/>
                          <a:stretch>
                            <a:fillRect l="-178906" t="-287097" r="-79102" b="-3139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3 页，允许跨双栏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35762458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代表性 workload 的窗口化操作数需求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33064" marR="33064" marT="16532" marB="16532" anchor="ctr">
                        <a:blipFill>
                          <a:blip r:embed="rId2"/>
                          <a:stretch>
                            <a:fillRect l="-178906" t="-387097" r="-79102" b="-2139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dirty="0"/>
                            <a:t>第 3 页附近，允许跨双栏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49761412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 dirty="0"/>
                            <a:t>Table III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 dirty="0"/>
                            <a:t>Workload–CIM 适配关系与瓶颈判定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将前两表连接起来，指出适配条件和优先改进方向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4 页，尽量紧凑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23790604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 dirty="0"/>
                            <a:t>Fig. 3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dirty="0"/>
                            <a:t>流式能力与驻留更新能力提升的不同收益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dirty="0"/>
                            <a:t>用简单曲线说明：优化错误通路，可能没有吞吐收益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dirty="0"/>
                            <a:t>第 4 页，单栏分析图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0344075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710890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759C6-B6E5-EDBF-79D3-B326468A2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3BBF3C3-DCEC-1A79-45E3-C18971985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4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072C2C84-18CF-1319-1C48-4DF6B26AC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工作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CB0EB615-3EBC-5A97-4FF6-6804449B6E4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48440"/>
            <a:ext cx="11421202" cy="3003386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图</a:t>
            </a:r>
            <a:r>
              <a:rPr lang="en-US" altLang="zh-CN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1 </a:t>
            </a: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示意图</a:t>
            </a:r>
            <a:endParaRPr lang="en-US" altLang="zh-CN" sz="1600" b="1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endParaRPr lang="en-US" altLang="zh-CN" sz="1600" dirty="0"/>
          </a:p>
          <a:p>
            <a:r>
              <a:rPr lang="zh-CN" altLang="zh-CN" sz="1600" dirty="0"/>
              <a:t>GPU 一侧画“存储—计算”两个块，权重和输入通过所选存储接口进入计算模块</a:t>
            </a:r>
          </a:p>
          <a:p>
            <a:r>
              <a:rPr lang="zh-CN" altLang="zh-CN" sz="1600" dirty="0"/>
              <a:t>CIM 一侧画一个存算耦合阵列，突出两条路径：一条将 resident 操作数写入阵列，另一条输入 streaming 操作数并完成求值、读出。resident 旁边标“weights / KV / mapped operands”即可，避免读者把 resident 永久等同于模型权重。</a:t>
            </a:r>
          </a:p>
          <a:p>
            <a:endParaRPr lang="en-US" altLang="zh-CN" sz="1600" dirty="0"/>
          </a:p>
          <a:p>
            <a:r>
              <a:rPr lang="zh-CN" altLang="zh-CN" sz="1600" dirty="0"/>
              <a:t>这张图最重要的视觉信息是：resident 写入一次后，可以支撑多次 streaming 求值。</a:t>
            </a:r>
          </a:p>
          <a:p>
            <a:r>
              <a:rPr lang="zh-CN" altLang="zh-CN" sz="1600" dirty="0"/>
              <a:t>外围模块用“输入／求值／读出”这样的通用标注，不把所有 CIM 都画成 DAC–ADC 架构</a:t>
            </a:r>
            <a:endParaRPr lang="en-US" altLang="zh-CN" sz="1600" dirty="0"/>
          </a:p>
          <a:p>
            <a:endParaRPr lang="en-US" altLang="zh-CN" sz="1600" dirty="0"/>
          </a:p>
          <a:p>
            <a:endParaRPr lang="en-US" altLang="zh-CN" sz="1600" dirty="0"/>
          </a:p>
          <a:p>
            <a:r>
              <a:rPr lang="zh-CN" altLang="en-US" sz="1600" b="1" dirty="0"/>
              <a:t>图</a:t>
            </a:r>
            <a:r>
              <a:rPr lang="en-US" altLang="zh-CN" sz="1600" b="1" dirty="0"/>
              <a:t>2 </a:t>
            </a:r>
            <a:r>
              <a:rPr lang="zh-CN" altLang="en-US" sz="1600" b="1" dirty="0"/>
              <a:t>示意图</a:t>
            </a:r>
            <a:endParaRPr lang="en-US" altLang="zh-CN" sz="1600" b="1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4603AE-4E3E-69B1-063B-D0BE15B1EF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 dirty="0"/>
              <a:t>论文的前半部分理论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08968525-8DE5-FC5D-B471-A3F2030B11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2410" y="34303"/>
            <a:ext cx="3263352" cy="2410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A4A53050-3EF9-4ABB-B957-2370911AA5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" y="4851826"/>
            <a:ext cx="3668161" cy="1940920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2DC937E6-EDAD-AD7C-D20D-510F3B1233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3914" y="4851826"/>
            <a:ext cx="3683265" cy="194092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E66F20D6-9BC6-8936-6C80-ACE8CFAE66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059213"/>
            <a:ext cx="4191000" cy="2733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7736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84338-E759-9472-8577-1DFA0CB42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210268BE-5989-99AD-1D7B-1153711C3D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1736" y="1"/>
            <a:ext cx="4910263" cy="2598148"/>
          </a:xfrm>
          <a:prstGeom prst="rect">
            <a:avLst/>
          </a:prstGeom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2C3DAD8-4136-738D-80E1-AAD413B1B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5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54398CF-044B-CA30-6B04-98BAB850B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01823E8-8D90-841F-60E7-1CC6591856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 dirty="0"/>
              <a:t>论文的前半部分理论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1F6345AE-B9B0-84C6-A891-8F06C1BBFFC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2598147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dirty="0">
                <a:solidFill>
                  <a:schemeClr val="tx1"/>
                </a:solidFill>
                <a:cs typeface="Arial" panose="020B0604020202020204" pitchFamily="34" charset="0"/>
              </a:rPr>
              <a:t>回顾</a:t>
            </a:r>
            <a:r>
              <a:rPr lang="en-US" altLang="zh-CN" sz="1600" dirty="0">
                <a:solidFill>
                  <a:schemeClr val="tx1"/>
                </a:solidFill>
                <a:cs typeface="Arial" panose="020B0604020202020204" pitchFamily="34" charset="0"/>
              </a:rPr>
              <a:t>GPU</a:t>
            </a:r>
            <a:r>
              <a:rPr lang="zh-CN" altLang="en-US" sz="1600" dirty="0">
                <a:solidFill>
                  <a:schemeClr val="tx1"/>
                </a:solidFill>
                <a:cs typeface="Arial" panose="020B0604020202020204" pitchFamily="34" charset="0"/>
              </a:rPr>
              <a:t>最关键的特点：</a:t>
            </a:r>
            <a:endParaRPr lang="en-US" altLang="zh-CN" sz="1600" dirty="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 dirty="0">
                <a:solidFill>
                  <a:schemeClr val="tx1"/>
                </a:solidFill>
                <a:cs typeface="Arial" panose="020B0604020202020204" pitchFamily="34" charset="0"/>
              </a:rPr>
              <a:t>1</a:t>
            </a:r>
            <a:r>
              <a:rPr lang="zh-CN" altLang="en-US" sz="1600" b="1" dirty="0">
                <a:solidFill>
                  <a:schemeClr val="tx1"/>
                </a:solidFill>
                <a:cs typeface="Arial" panose="020B0604020202020204" pitchFamily="34" charset="0"/>
              </a:rPr>
              <a:t>）存储，计算硬件分离，存储单元用空间复杂度衡量，计算单元用时间复杂度</a:t>
            </a:r>
            <a:endParaRPr lang="en-US" altLang="zh-CN" sz="1600" b="1" dirty="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dirty="0">
                <a:solidFill>
                  <a:schemeClr val="tx1"/>
                </a:solidFill>
                <a:cs typeface="Arial" panose="020B0604020202020204" pitchFamily="34" charset="0"/>
              </a:rPr>
              <a:t>	</a:t>
            </a:r>
            <a:r>
              <a:rPr lang="zh-CN" altLang="en-US" sz="1600" dirty="0">
                <a:solidFill>
                  <a:schemeClr val="tx1"/>
                </a:solidFill>
                <a:cs typeface="Arial" panose="020B0604020202020204" pitchFamily="34" charset="0"/>
              </a:rPr>
              <a:t>对应的概念：计算单元的能力，算力</a:t>
            </a:r>
            <a:r>
              <a:rPr lang="en-US" altLang="zh-CN" sz="1600" dirty="0">
                <a:solidFill>
                  <a:schemeClr val="tx1"/>
                </a:solidFill>
                <a:cs typeface="Arial" panose="020B0604020202020204" pitchFamily="34" charset="0"/>
              </a:rPr>
              <a:t>π</a:t>
            </a:r>
            <a:r>
              <a:rPr lang="zh-CN" altLang="en-US" sz="1600" dirty="0">
                <a:solidFill>
                  <a:schemeClr val="tx1"/>
                </a:solidFill>
                <a:cs typeface="Arial" panose="020B0604020202020204" pitchFamily="34" charset="0"/>
              </a:rPr>
              <a:t>；存储单元的能力，带宽</a:t>
            </a:r>
            <a:r>
              <a:rPr lang="en-US" altLang="zh-CN" sz="1600" dirty="0">
                <a:solidFill>
                  <a:schemeClr val="tx1"/>
                </a:solidFill>
                <a:cs typeface="Arial" panose="020B0604020202020204" pitchFamily="34" charset="0"/>
              </a:rPr>
              <a:t>β</a:t>
            </a:r>
          </a:p>
          <a:p>
            <a:pPr>
              <a:spcAft>
                <a:spcPts val="600"/>
              </a:spcAft>
            </a:pPr>
            <a:r>
              <a:rPr lang="en-US" altLang="zh-CN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</a:t>
            </a: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）任务总量：</a:t>
            </a:r>
            <a:r>
              <a:rPr lang="en-US" altLang="zh-CN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OPs</a:t>
            </a: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，拆解到时间（</a:t>
            </a:r>
            <a:r>
              <a:rPr lang="en-US" altLang="zh-CN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y</a:t>
            </a: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轴，算力性能）和空间（</a:t>
            </a:r>
            <a:r>
              <a:rPr lang="en-US" altLang="zh-CN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x</a:t>
            </a: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轴，算术强度）</a:t>
            </a:r>
            <a:endParaRPr lang="en-US" altLang="zh-CN" sz="1600" b="1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	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对应的概念：完成一次任务的计算操作总次数 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OP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，完成一次任务的数据搬运总量 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Byte</a:t>
            </a:r>
          </a:p>
          <a:p>
            <a:pPr>
              <a:spcAft>
                <a:spcPts val="600"/>
              </a:spcAft>
            </a:pPr>
            <a:r>
              <a:rPr lang="en-US" altLang="zh-CN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</a:t>
            </a: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）不区分数据的特点，都会进行同样的搬运、计算操作</a:t>
            </a:r>
            <a:endParaRPr lang="en-US" altLang="zh-CN" sz="1600" b="1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换句话说：硬件的类型不同（不同操作），而数据的类型相同（都认为是普通的</a:t>
            </a:r>
            <a:r>
              <a:rPr lang="en-US" altLang="zh-CN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data</a:t>
            </a: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从</a:t>
            </a:r>
            <a:r>
              <a:rPr lang="en-US" altLang="zh-CN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HBM</a:t>
            </a: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逐级往上搬运）</a:t>
            </a:r>
            <a:endParaRPr lang="en-US" altLang="zh-CN" sz="1600" b="1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14F2DC64-3662-BF4A-0700-D224BDAD0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00" y="4802544"/>
            <a:ext cx="7772400" cy="184517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8506B67-6BBC-46A3-4B8F-005313FBC3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3452" y="843082"/>
            <a:ext cx="3606860" cy="1143412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7676829E-D0D0-E316-0EF1-889A27EFA9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5992" y="4802544"/>
            <a:ext cx="3586008" cy="1257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4837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4A72E-48A6-7636-A9B5-3A2E7FF76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A2F87D6F-AE15-73AF-ABD3-D48E6E892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6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5A95E173-2666-C14A-B386-A407E623A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EDCBDE-96DE-1696-B36B-5741F4E8F3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 dirty="0"/>
              <a:t>论文的前半部分理论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BDC85A09-42E4-2C9E-C951-B93231FA087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926168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 dirty="0">
                <a:solidFill>
                  <a:schemeClr val="tx1"/>
                </a:solidFill>
                <a:cs typeface="Arial" panose="020B0604020202020204" pitchFamily="34" charset="0"/>
              </a:rPr>
              <a:t>硬件平台的关键指标：</a:t>
            </a:r>
            <a:endParaRPr lang="en-US" altLang="zh-CN" sz="1600" b="1" dirty="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Streaming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吞吐 </a:t>
            </a:r>
            <a:r>
              <a:rPr lang="en-US" altLang="zh-CN" sz="1600" dirty="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ρ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：一个已被编程好的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阵列在单位时间内能吞吐多少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streaming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操作数</a:t>
            </a: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Resident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吞吐 </a:t>
            </a:r>
            <a:r>
              <a:rPr lang="en-US" altLang="zh-CN" sz="1600" dirty="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τ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每秒能把多少新的权重数据更新到阵列的可计算状态中去</a:t>
            </a: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两个指标单位相同（</a:t>
            </a:r>
            <a:r>
              <a:rPr lang="en-US" altLang="zh-CN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Byte/s</a:t>
            </a: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 b="1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经典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Roofline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中</a:t>
            </a:r>
            <a:r>
              <a:rPr lang="el-GR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π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与</a:t>
            </a:r>
            <a:r>
              <a:rPr lang="el-GR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β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不同量纲，是因为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GPU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的两类硬件管辖时间与空间两个正交维度；</a:t>
            </a: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而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的两类通路都在关心数据通过通路的速率这一同一物理类别，所以量纲一致</a:t>
            </a: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FCAF6A95-80F8-A9B0-68E6-86782C69C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7439" y="200698"/>
            <a:ext cx="6704561" cy="1756118"/>
          </a:xfrm>
          <a:prstGeom prst="rect">
            <a:avLst/>
          </a:prstGeom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139750E7-706D-B0AF-9F8E-A95E791C44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3500" y="2050761"/>
            <a:ext cx="2397092" cy="17707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BD1746C5-98AC-B9D7-E0A3-E2DA06E86D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073911"/>
            <a:ext cx="6042089" cy="2119568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A491A61B-B4B1-E663-3ABF-F211ABA339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2576" y="4165964"/>
            <a:ext cx="6059424" cy="2022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0550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1C411-C1CA-060F-C068-749D429CD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E12A59E-8AB5-4788-210C-24C5D76AE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7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9313387-7B5F-DF4A-B532-C1A9CF983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B1C1BDE-821C-7D29-A76C-08BDB312F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 dirty="0"/>
              <a:t>论文的前半部分理论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D5934A0-5095-F0F7-CED1-B3BC2B90B4D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25418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 dirty="0">
                <a:solidFill>
                  <a:schemeClr val="tx1"/>
                </a:solidFill>
                <a:cs typeface="Arial" panose="020B0604020202020204" pitchFamily="34" charset="0"/>
              </a:rPr>
              <a:t>GPU</a:t>
            </a:r>
            <a:r>
              <a:rPr lang="zh-CN" altLang="en-US" sz="1600" dirty="0">
                <a:solidFill>
                  <a:schemeClr val="tx1"/>
                </a:solidFill>
                <a:cs typeface="Arial" panose="020B0604020202020204" pitchFamily="34" charset="0"/>
              </a:rPr>
              <a:t>下的网络参数：计算量</a:t>
            </a:r>
            <a:r>
              <a:rPr lang="en-US" altLang="zh-CN" sz="1600" dirty="0">
                <a:solidFill>
                  <a:schemeClr val="tx1"/>
                </a:solidFill>
                <a:cs typeface="Arial" panose="020B0604020202020204" pitchFamily="34" charset="0"/>
              </a:rPr>
              <a:t>+</a:t>
            </a:r>
            <a:r>
              <a:rPr lang="zh-CN" altLang="en-US" sz="1600" dirty="0">
                <a:solidFill>
                  <a:schemeClr val="tx1"/>
                </a:solidFill>
                <a:cs typeface="Arial" panose="020B0604020202020204" pitchFamily="34" charset="0"/>
              </a:rPr>
              <a:t>访存量，也就是一次完整的推理过程中，按照操作类型分，所有的数据经历不同的操作的总数</a:t>
            </a:r>
            <a:endParaRPr lang="en-US" altLang="zh-CN" sz="1600" dirty="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dirty="0">
                <a:solidFill>
                  <a:schemeClr val="tx1"/>
                </a:solidFill>
                <a:cs typeface="Arial" panose="020B0604020202020204" pitchFamily="34" charset="0"/>
              </a:rPr>
              <a:t>CIM</a:t>
            </a:r>
            <a:r>
              <a:rPr lang="zh-CN" altLang="en-US" sz="1600" dirty="0">
                <a:solidFill>
                  <a:schemeClr val="tx1"/>
                </a:solidFill>
                <a:cs typeface="Arial" panose="020B0604020202020204" pitchFamily="34" charset="0"/>
              </a:rPr>
              <a:t>下的网络参数：流动数据量</a:t>
            </a:r>
            <a:r>
              <a:rPr lang="en-US" altLang="zh-CN" sz="1600" dirty="0">
                <a:solidFill>
                  <a:schemeClr val="tx1"/>
                </a:solidFill>
                <a:cs typeface="Arial" panose="020B0604020202020204" pitchFamily="34" charset="0"/>
              </a:rPr>
              <a:t>+</a:t>
            </a:r>
            <a:r>
              <a:rPr lang="zh-CN" altLang="en-US" sz="1600" dirty="0">
                <a:solidFill>
                  <a:schemeClr val="tx1"/>
                </a:solidFill>
                <a:cs typeface="Arial" panose="020B0604020202020204" pitchFamily="34" charset="0"/>
              </a:rPr>
              <a:t>驻留数据量，一次推理中，按数据类型分，输入的激活完整流过静态的权重网络，所有数据总量</a:t>
            </a:r>
            <a:endParaRPr lang="en-US" altLang="zh-CN" sz="1600" dirty="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 dirty="0">
                <a:solidFill>
                  <a:schemeClr val="tx1"/>
                </a:solidFill>
                <a:cs typeface="Arial" panose="020B0604020202020204" pitchFamily="34" charset="0"/>
              </a:rPr>
              <a:t>GPU</a:t>
            </a:r>
            <a:r>
              <a:rPr lang="zh-CN" altLang="en-US" sz="1600" b="1" dirty="0">
                <a:solidFill>
                  <a:schemeClr val="tx1"/>
                </a:solidFill>
                <a:cs typeface="Arial" panose="020B0604020202020204" pitchFamily="34" charset="0"/>
              </a:rPr>
              <a:t>的算术强度：计算单元的指标</a:t>
            </a:r>
            <a:r>
              <a:rPr lang="en-US" altLang="zh-CN" sz="1600" b="1" dirty="0">
                <a:solidFill>
                  <a:schemeClr val="tx1"/>
                </a:solidFill>
                <a:cs typeface="Arial" panose="020B0604020202020204" pitchFamily="34" charset="0"/>
              </a:rPr>
              <a:t>/</a:t>
            </a:r>
            <a:r>
              <a:rPr lang="zh-CN" altLang="en-US" sz="1600" b="1" dirty="0">
                <a:solidFill>
                  <a:schemeClr val="tx1"/>
                </a:solidFill>
                <a:cs typeface="Arial" panose="020B0604020202020204" pitchFamily="34" charset="0"/>
              </a:rPr>
              <a:t>存储单元的指标，</a:t>
            </a:r>
            <a:r>
              <a:rPr lang="en-US" altLang="zh-CN" sz="1600" b="1" dirty="0">
                <a:solidFill>
                  <a:schemeClr val="tx1"/>
                </a:solidFill>
                <a:cs typeface="Arial" panose="020B0604020202020204" pitchFamily="34" charset="0"/>
              </a:rPr>
              <a:t>OP/Byte</a:t>
            </a:r>
            <a:r>
              <a:rPr lang="zh-CN" altLang="en-US" sz="1600" b="1" dirty="0">
                <a:solidFill>
                  <a:schemeClr val="tx1"/>
                </a:solidFill>
                <a:cs typeface="Arial" panose="020B0604020202020204" pitchFamily="34" charset="0"/>
              </a:rPr>
              <a:t>，算术强度，</a:t>
            </a:r>
            <a:r>
              <a:rPr lang="en-US" altLang="zh-CN" sz="1600" b="1" dirty="0">
                <a:solidFill>
                  <a:schemeClr val="tx1"/>
                </a:solidFill>
                <a:cs typeface="Arial" panose="020B0604020202020204" pitchFamily="34" charset="0"/>
              </a:rPr>
              <a:t>Arithmetic</a:t>
            </a:r>
            <a:r>
              <a:rPr lang="zh-CN" altLang="en-US" sz="1600" b="1" dirty="0">
                <a:solidFill>
                  <a:schemeClr val="tx1"/>
                </a:solidFill>
                <a:cs typeface="Arial" panose="020B0604020202020204" pitchFamily="34" charset="0"/>
              </a:rPr>
              <a:t> </a:t>
            </a:r>
            <a:r>
              <a:rPr lang="en-US" altLang="zh-CN" sz="1600" b="1" dirty="0">
                <a:solidFill>
                  <a:schemeClr val="tx1"/>
                </a:solidFill>
                <a:cs typeface="Arial" panose="020B0604020202020204" pitchFamily="34" charset="0"/>
              </a:rPr>
              <a:t>Intensity</a:t>
            </a:r>
            <a:r>
              <a:rPr lang="zh-CN" altLang="en-US" sz="1600" b="1" dirty="0">
                <a:solidFill>
                  <a:schemeClr val="tx1"/>
                </a:solidFill>
                <a:cs typeface="Arial" panose="020B0604020202020204" pitchFamily="34" charset="0"/>
              </a:rPr>
              <a:t>，</a:t>
            </a:r>
            <a:r>
              <a:rPr lang="en-US" altLang="zh-CN" sz="1600" b="1" dirty="0">
                <a:solidFill>
                  <a:schemeClr val="tx1"/>
                </a:solidFill>
                <a:cs typeface="Arial" panose="020B0604020202020204" pitchFamily="34" charset="0"/>
              </a:rPr>
              <a:t>AI</a:t>
            </a:r>
          </a:p>
          <a:p>
            <a:pPr>
              <a:spcAft>
                <a:spcPts val="600"/>
              </a:spcAft>
            </a:pPr>
            <a:r>
              <a:rPr lang="en-US" altLang="zh-CN" sz="1600" b="1" dirty="0">
                <a:solidFill>
                  <a:schemeClr val="tx1"/>
                </a:solidFill>
                <a:cs typeface="Arial" panose="020B0604020202020204" pitchFamily="34" charset="0"/>
              </a:rPr>
              <a:t>CIM</a:t>
            </a:r>
            <a:r>
              <a:rPr lang="zh-CN" altLang="en-US" sz="1600" b="1" dirty="0">
                <a:solidFill>
                  <a:schemeClr val="tx1"/>
                </a:solidFill>
                <a:cs typeface="Arial" panose="020B0604020202020204" pitchFamily="34" charset="0"/>
              </a:rPr>
              <a:t>的驻留强度：流动指标</a:t>
            </a:r>
            <a:r>
              <a:rPr lang="en-US" altLang="zh-CN" sz="1600" b="1" dirty="0">
                <a:solidFill>
                  <a:schemeClr val="tx1"/>
                </a:solidFill>
                <a:cs typeface="Arial" panose="020B0604020202020204" pitchFamily="34" charset="0"/>
              </a:rPr>
              <a:t>/</a:t>
            </a:r>
            <a:r>
              <a:rPr lang="zh-CN" altLang="en-US" sz="1600" b="1" dirty="0">
                <a:solidFill>
                  <a:schemeClr val="tx1"/>
                </a:solidFill>
                <a:cs typeface="Arial" panose="020B0604020202020204" pitchFamily="34" charset="0"/>
              </a:rPr>
              <a:t>驻留指标，</a:t>
            </a:r>
            <a:r>
              <a:rPr lang="en-US" altLang="zh-CN" sz="1600" b="1" dirty="0">
                <a:solidFill>
                  <a:schemeClr val="tx1"/>
                </a:solidFill>
                <a:cs typeface="Arial" panose="020B0604020202020204" pitchFamily="34" charset="0"/>
              </a:rPr>
              <a:t>Byte/Byte</a:t>
            </a:r>
            <a:r>
              <a:rPr lang="zh-CN" altLang="en-US" sz="1600" b="1" dirty="0">
                <a:solidFill>
                  <a:schemeClr val="tx1"/>
                </a:solidFill>
                <a:cs typeface="Arial" panose="020B0604020202020204" pitchFamily="34" charset="0"/>
              </a:rPr>
              <a:t>，驻留强度，</a:t>
            </a:r>
            <a:r>
              <a:rPr lang="en-US" altLang="zh-CN" sz="1600" b="1" dirty="0">
                <a:solidFill>
                  <a:schemeClr val="tx1"/>
                </a:solidFill>
                <a:cs typeface="Arial" panose="020B0604020202020204" pitchFamily="34" charset="0"/>
              </a:rPr>
              <a:t>Resident</a:t>
            </a:r>
            <a:r>
              <a:rPr lang="zh-CN" altLang="en-US" sz="1600" b="1" dirty="0">
                <a:solidFill>
                  <a:schemeClr val="tx1"/>
                </a:solidFill>
                <a:cs typeface="Arial" panose="020B0604020202020204" pitchFamily="34" charset="0"/>
              </a:rPr>
              <a:t> </a:t>
            </a:r>
            <a:r>
              <a:rPr lang="en-US" altLang="zh-CN" sz="1600" b="1" dirty="0">
                <a:solidFill>
                  <a:schemeClr val="tx1"/>
                </a:solidFill>
                <a:cs typeface="Arial" panose="020B0604020202020204" pitchFamily="34" charset="0"/>
              </a:rPr>
              <a:t>Intensity</a:t>
            </a:r>
            <a:r>
              <a:rPr lang="zh-CN" altLang="en-US" sz="1600" b="1" dirty="0">
                <a:solidFill>
                  <a:schemeClr val="tx1"/>
                </a:solidFill>
                <a:cs typeface="Arial" panose="020B0604020202020204" pitchFamily="34" charset="0"/>
              </a:rPr>
              <a:t>，</a:t>
            </a:r>
            <a:r>
              <a:rPr lang="en-US" altLang="zh-CN" sz="1600" b="1" dirty="0">
                <a:solidFill>
                  <a:schemeClr val="tx1"/>
                </a:solidFill>
                <a:cs typeface="Arial" panose="020B0604020202020204" pitchFamily="34" charset="0"/>
              </a:rPr>
              <a:t>RI</a:t>
            </a: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63DCC8EA-88BC-08E7-A296-2B0A3AD898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50509"/>
            <a:ext cx="5934456" cy="3225058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AD2D155E-E709-DD65-24C3-B90AB5C91F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3250509"/>
            <a:ext cx="6081795" cy="3225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2869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1160F-F855-4134-CB81-7E2F73910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DC5F717-456E-A02E-0200-A36EE0D0D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8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3EB0264-D161-6203-90AA-697CE4157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428565C-C41C-A3C2-3442-C2723653FD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 dirty="0"/>
              <a:t>论文的前半部分理论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85E6996-8C29-1E02-7979-8A194F69155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25418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 b="1" dirty="0">
                <a:solidFill>
                  <a:schemeClr val="tx1"/>
                </a:solidFill>
                <a:cs typeface="Arial" panose="020B0604020202020204" pitchFamily="34" charset="0"/>
              </a:rPr>
              <a:t>CIM</a:t>
            </a:r>
            <a:r>
              <a:rPr lang="zh-CN" altLang="en-US" sz="1600" b="1" dirty="0">
                <a:solidFill>
                  <a:schemeClr val="tx1"/>
                </a:solidFill>
                <a:cs typeface="Arial" panose="020B0604020202020204" pitchFamily="34" charset="0"/>
              </a:rPr>
              <a:t>的</a:t>
            </a:r>
            <a:r>
              <a:rPr lang="en-US" altLang="zh-CN" sz="1600" b="1" dirty="0">
                <a:solidFill>
                  <a:schemeClr val="tx1"/>
                </a:solidFill>
                <a:cs typeface="Arial" panose="020B0604020202020204" pitchFamily="34" charset="0"/>
              </a:rPr>
              <a:t>Roofline</a:t>
            </a:r>
            <a:r>
              <a:rPr lang="zh-CN" altLang="en-US" sz="1600" b="1" dirty="0">
                <a:solidFill>
                  <a:schemeClr val="tx1"/>
                </a:solidFill>
                <a:cs typeface="Arial" panose="020B0604020202020204" pitchFamily="34" charset="0"/>
              </a:rPr>
              <a:t>形式和讨论：</a:t>
            </a:r>
            <a:endParaRPr lang="en-US" altLang="zh-CN" sz="1600" b="1" dirty="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常规的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在离线部署的情况下</a:t>
            </a: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大多数都位于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streaming-bound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的区间，完全没有</a:t>
            </a:r>
            <a:r>
              <a:rPr lang="en-US" altLang="zh-CN" sz="1600" dirty="0">
                <a:solidFill>
                  <a:schemeClr val="tx1"/>
                </a:solidFill>
                <a:cs typeface="Arial" panose="020B0604020202020204" pitchFamily="34" charset="0"/>
              </a:rPr>
              <a:t>resident</a:t>
            </a: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只有在频繁的更新情况下才会落入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resident-bound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98F8C4CA-6429-BE45-72C0-C8C471071D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50638"/>
            <a:ext cx="5870448" cy="2918009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1F6AC6C9-A2C9-A2E8-6CB2-567E1D018B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4609" y="294643"/>
            <a:ext cx="6157389" cy="576072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D06D2820-FBFB-D497-3CF3-16041DF427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4609" y="6021455"/>
            <a:ext cx="6157389" cy="697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16630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92879-B513-8934-74FD-FB134D7B0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3697A51-8A8E-37A5-B1E9-D5EB5D696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9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3ACDABE2-A0F4-308D-5B4E-18093B0F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159C537-381F-D19A-EFF9-B24CADE882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 dirty="0"/>
              <a:t>论文的后半部分分析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6DA25898-347E-270D-8F84-E9D173156D0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之前我们认为的</a:t>
            </a:r>
            <a:r>
              <a:rPr lang="en-US" altLang="zh-CN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算力，都是等效算力，而且是可变的（并不是完全和硬件绑定的）</a:t>
            </a:r>
            <a:endParaRPr lang="en-US" altLang="zh-CN" sz="1600" b="1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而且有一个“等效带宽”被下意识忽略掉了</a:t>
            </a: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84655E32-6A33-E00E-DB64-7F68E76FF1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3" y="2489734"/>
            <a:ext cx="5503333" cy="4315389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5698C6C8-3750-B80E-8C1D-1F3882D85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1147" y="2489734"/>
            <a:ext cx="6340853" cy="3923518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6EDF4F84-C1ED-9A3C-BEB9-1DEE3E54BE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2266" y="441396"/>
            <a:ext cx="5702300" cy="1055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6727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32CC0-9FAC-78A5-E1D5-242615E6F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D1A1739-9DC1-50B7-FA99-98452FB04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10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3DFFA0E4-41EE-CA11-2D67-46B161D68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836FBF-D1AE-3D57-5A2F-56BC4E4064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 dirty="0"/>
              <a:t>论文的后半部分分析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71D9F5D-9648-8277-01A1-B45A859949E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25418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硬件参数 </a:t>
            </a:r>
            <a:r>
              <a:rPr lang="en-US" altLang="zh-CN" sz="1600" b="1" dirty="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ρ</a:t>
            </a: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和 </a:t>
            </a:r>
            <a:r>
              <a:rPr lang="en-US" altLang="zh-CN" sz="1600" b="1" dirty="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τ</a:t>
            </a: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的计算方法：</a:t>
            </a:r>
            <a:endParaRPr lang="en-US" altLang="zh-CN" sz="1600" b="1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dirty="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FeNOR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的例子：（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28nm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CMOS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假设）</a:t>
            </a: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42A8574E-B629-7A42-8008-84353FA421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2" y="1104691"/>
            <a:ext cx="6095998" cy="2278454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575C6CDC-4DBD-F0D6-5C5A-215820345B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655295"/>
            <a:ext cx="6095999" cy="1093181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9A59EBA0-761A-573D-DDB5-6FBD45AE5F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000" y="3429000"/>
            <a:ext cx="5789178" cy="3110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23085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22922-8863-7BE5-13D1-A57BFB65B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CA959256-A475-092A-1BAD-0BCFF8DCC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11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9946AE8-8DDC-D8D0-26A3-00AFD1006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A23BEE2-8214-CDEA-B079-891BE78E96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 dirty="0"/>
              <a:t>论文的后半部分分析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BE5C716E-B50B-8E21-FF89-2FBB71A2C3AA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25418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不同的硬件，不同的任务，会对应不同的区间</a:t>
            </a:r>
            <a:endParaRPr lang="en-US" altLang="zh-CN" sz="1600" b="1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对不同的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硬件进行了粗略的估算，彼此的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截然不同</a:t>
            </a: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进一步的，我们可以估算不同的算法任务的需求，即 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Qs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dirty="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Qr</a:t>
            </a: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类似</a:t>
            </a:r>
            <a:r>
              <a:rPr lang="en-US" altLang="zh-CN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GPU</a:t>
            </a: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，根据</a:t>
            </a:r>
            <a:r>
              <a:rPr lang="en-US" altLang="zh-CN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和</a:t>
            </a:r>
            <a:r>
              <a:rPr lang="en-US" altLang="zh-CN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ridge</a:t>
            </a: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大小，就可以判断出</a:t>
            </a:r>
            <a:r>
              <a:rPr lang="en-US" altLang="zh-CN" sz="1600" b="1" dirty="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FeNOR</a:t>
            </a:r>
            <a:r>
              <a:rPr lang="en-US" altLang="zh-CN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-CIM</a:t>
            </a: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落在什么区间了</a:t>
            </a:r>
            <a:endParaRPr lang="en-US" altLang="zh-CN" sz="1600" b="1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8AB12549-338C-F191-B4C3-1E4CA1DE9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91" y="3669364"/>
            <a:ext cx="5951149" cy="308102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128BEC2-4E79-975E-3E54-3EDE1EF334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7610"/>
            <a:ext cx="6019800" cy="163472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342BD249-A42F-33A6-CE9E-05A87EB8E3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324006"/>
            <a:ext cx="5991440" cy="3426384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148388C5-C68E-D004-716F-722172C3DA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3867" y="1898571"/>
            <a:ext cx="5808133" cy="858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147550"/>
      </p:ext>
    </p:extLst>
  </p:cSld>
  <p:clrMapOvr>
    <a:masterClrMapping/>
  </p:clrMapOvr>
</p:sld>
</file>

<file path=ppt/theme/theme1.xml><?xml version="1.0" encoding="utf-8"?>
<a:theme xmlns:a="http://schemas.openxmlformats.org/drawingml/2006/main" name="Normal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ormal" id="{5D8C14A8-C438-4388-9D5F-E23EA9C665EC}" vid="{255273D1-3B83-4E5C-AF9B-785BEE898C45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2495</TotalTime>
  <Words>2172</Words>
  <Application>Microsoft Office PowerPoint</Application>
  <PresentationFormat>宽屏</PresentationFormat>
  <Paragraphs>138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8" baseType="lpstr">
      <vt:lpstr>等线</vt:lpstr>
      <vt:lpstr>黑体</vt:lpstr>
      <vt:lpstr>Arial</vt:lpstr>
      <vt:lpstr>Calibri</vt:lpstr>
      <vt:lpstr>Times New Roman</vt:lpstr>
      <vt:lpstr>Normal</vt:lpstr>
      <vt:lpstr>CIM Roofline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Shaw HanY</dc:creator>
  <cp:lastModifiedBy>HanY Shaw</cp:lastModifiedBy>
  <cp:revision>1</cp:revision>
  <dcterms:created xsi:type="dcterms:W3CDTF">2025-05-15T02:23:24Z</dcterms:created>
  <dcterms:modified xsi:type="dcterms:W3CDTF">2026-09-07T09:21:57Z</dcterms:modified>
</cp:coreProperties>
</file>