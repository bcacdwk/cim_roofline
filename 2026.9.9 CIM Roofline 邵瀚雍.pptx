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1" r:id="rId1"/>
  </p:sldMasterIdLst>
  <p:notesMasterIdLst>
    <p:notesMasterId r:id="rId16"/>
  </p:notesMasterIdLst>
  <p:sldIdLst>
    <p:sldId id="256" r:id="rId2"/>
    <p:sldId id="390" r:id="rId3"/>
    <p:sldId id="391" r:id="rId4"/>
    <p:sldId id="392" r:id="rId5"/>
    <p:sldId id="393" r:id="rId6"/>
    <p:sldId id="361" r:id="rId7"/>
    <p:sldId id="380" r:id="rId8"/>
    <p:sldId id="381" r:id="rId9"/>
    <p:sldId id="382" r:id="rId10"/>
    <p:sldId id="387" r:id="rId11"/>
    <p:sldId id="388" r:id="rId12"/>
    <p:sldId id="389" r:id="rId13"/>
    <p:sldId id="394" r:id="rId14"/>
    <p:sldId id="395" r:id="rId1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B57FB-36BF-40EE-802F-220988C87A90}" v="125" dt="2026-09-07T09:21:46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/>
    <p:restoredTop sz="96307"/>
  </p:normalViewPr>
  <p:slideViewPr>
    <p:cSldViewPr snapToGrid="0">
      <p:cViewPr varScale="1">
        <p:scale>
          <a:sx n="145" d="100"/>
          <a:sy n="145" d="100"/>
        </p:scale>
        <p:origin x="137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. Shine" userId="fc27ff59f79380b6" providerId="LiveId" clId="{727D2BB6-718A-5CC8-AEE7-01241D467CEF}"/>
    <pc:docChg chg="undo custSel addSld delSld modSld">
      <pc:chgData name="H. Shine" userId="fc27ff59f79380b6" providerId="LiveId" clId="{727D2BB6-718A-5CC8-AEE7-01241D467CEF}" dt="2026-09-08T08:14:32.944" v="467" actId="1076"/>
      <pc:docMkLst>
        <pc:docMk/>
      </pc:docMkLst>
      <pc:sldChg chg="delSp modSp add del mod">
        <pc:chgData name="H. Shine" userId="fc27ff59f79380b6" providerId="LiveId" clId="{727D2BB6-718A-5CC8-AEE7-01241D467CEF}" dt="2026-09-08T08:10:12.638" v="40" actId="2696"/>
        <pc:sldMkLst>
          <pc:docMk/>
          <pc:sldMk cId="559978104" sldId="394"/>
        </pc:sldMkLst>
        <pc:spChg chg="mod">
          <ac:chgData name="H. Shine" userId="fc27ff59f79380b6" providerId="LiveId" clId="{727D2BB6-718A-5CC8-AEE7-01241D467CEF}" dt="2026-09-08T08:10:10.919" v="39" actId="20577"/>
          <ac:spMkLst>
            <pc:docMk/>
            <pc:sldMk cId="559978104" sldId="394"/>
            <ac:spMk id="4" creationId="{63C3876A-6E06-92C1-DBAA-70FE1C847D58}"/>
          </ac:spMkLst>
        </pc:spChg>
        <pc:picChg chg="del">
          <ac:chgData name="H. Shine" userId="fc27ff59f79380b6" providerId="LiveId" clId="{727D2BB6-718A-5CC8-AEE7-01241D467CEF}" dt="2026-09-08T08:10:03.609" v="3" actId="478"/>
          <ac:picMkLst>
            <pc:docMk/>
            <pc:sldMk cId="559978104" sldId="394"/>
            <ac:picMk id="8" creationId="{81137D94-7B14-99D7-A776-1AC23BF122C9}"/>
          </ac:picMkLst>
        </pc:picChg>
        <pc:picChg chg="del">
          <ac:chgData name="H. Shine" userId="fc27ff59f79380b6" providerId="LiveId" clId="{727D2BB6-718A-5CC8-AEE7-01241D467CEF}" dt="2026-09-08T08:10:04.043" v="4" actId="478"/>
          <ac:picMkLst>
            <pc:docMk/>
            <pc:sldMk cId="559978104" sldId="394"/>
            <ac:picMk id="10" creationId="{6F7247C9-2EF9-D52F-09F8-F6BCAA2D5B69}"/>
          </ac:picMkLst>
        </pc:picChg>
        <pc:picChg chg="del">
          <ac:chgData name="H. Shine" userId="fc27ff59f79380b6" providerId="LiveId" clId="{727D2BB6-718A-5CC8-AEE7-01241D467CEF}" dt="2026-09-08T08:10:02.994" v="1" actId="478"/>
          <ac:picMkLst>
            <pc:docMk/>
            <pc:sldMk cId="559978104" sldId="394"/>
            <ac:picMk id="13" creationId="{23586267-9FB5-BA1E-EC26-710E91C87FDD}"/>
          </ac:picMkLst>
        </pc:picChg>
        <pc:picChg chg="del">
          <ac:chgData name="H. Shine" userId="fc27ff59f79380b6" providerId="LiveId" clId="{727D2BB6-718A-5CC8-AEE7-01241D467CEF}" dt="2026-09-08T08:10:03.318" v="2" actId="478"/>
          <ac:picMkLst>
            <pc:docMk/>
            <pc:sldMk cId="559978104" sldId="394"/>
            <ac:picMk id="14" creationId="{196B7E64-55B9-FEA0-2525-A3FDBEBB17D8}"/>
          </ac:picMkLst>
        </pc:picChg>
      </pc:sldChg>
      <pc:sldChg chg="addSp delSp modSp add mod">
        <pc:chgData name="H. Shine" userId="fc27ff59f79380b6" providerId="LiveId" clId="{727D2BB6-718A-5CC8-AEE7-01241D467CEF}" dt="2026-09-08T08:13:00.896" v="264"/>
        <pc:sldMkLst>
          <pc:docMk/>
          <pc:sldMk cId="2128394541" sldId="394"/>
        </pc:sldMkLst>
        <pc:spChg chg="mod">
          <ac:chgData name="H. Shine" userId="fc27ff59f79380b6" providerId="LiveId" clId="{727D2BB6-718A-5CC8-AEE7-01241D467CEF}" dt="2026-09-08T08:12:58.211" v="261" actId="20577"/>
          <ac:spMkLst>
            <pc:docMk/>
            <pc:sldMk cId="2128394541" sldId="394"/>
            <ac:spMk id="5" creationId="{097E4037-9F5D-AA07-675D-5B93B763BA2E}"/>
          </ac:spMkLst>
        </pc:spChg>
        <pc:spChg chg="add del mod">
          <ac:chgData name="H. Shine" userId="fc27ff59f79380b6" providerId="LiveId" clId="{727D2BB6-718A-5CC8-AEE7-01241D467CEF}" dt="2026-09-08T08:13:00.896" v="264"/>
          <ac:spMkLst>
            <pc:docMk/>
            <pc:sldMk cId="2128394541" sldId="394"/>
            <ac:spMk id="9" creationId="{97323E1D-2679-87F5-56D0-398A166672F8}"/>
          </ac:spMkLst>
        </pc:spChg>
        <pc:picChg chg="del mod">
          <ac:chgData name="H. Shine" userId="fc27ff59f79380b6" providerId="LiveId" clId="{727D2BB6-718A-5CC8-AEE7-01241D467CEF}" dt="2026-09-08T08:10:19.789" v="46" actId="478"/>
          <ac:picMkLst>
            <pc:docMk/>
            <pc:sldMk cId="2128394541" sldId="394"/>
            <ac:picMk id="6" creationId="{21ECD395-9A93-9FC9-C681-84520454E4EF}"/>
          </ac:picMkLst>
        </pc:picChg>
        <pc:picChg chg="add mod">
          <ac:chgData name="H. Shine" userId="fc27ff59f79380b6" providerId="LiveId" clId="{727D2BB6-718A-5CC8-AEE7-01241D467CEF}" dt="2026-09-08T08:12:45.292" v="237" actId="14100"/>
          <ac:picMkLst>
            <pc:docMk/>
            <pc:sldMk cId="2128394541" sldId="394"/>
            <ac:picMk id="7" creationId="{486DBD95-8B49-00C9-64A3-17D7FF498146}"/>
          </ac:picMkLst>
        </pc:picChg>
        <pc:picChg chg="add mod">
          <ac:chgData name="H. Shine" userId="fc27ff59f79380b6" providerId="LiveId" clId="{727D2BB6-718A-5CC8-AEE7-01241D467CEF}" dt="2026-09-08T08:12:49.169" v="239" actId="1076"/>
          <ac:picMkLst>
            <pc:docMk/>
            <pc:sldMk cId="2128394541" sldId="394"/>
            <ac:picMk id="8" creationId="{AEEBBD8D-F9B6-94E0-26F8-699F3DFF1590}"/>
          </ac:picMkLst>
        </pc:picChg>
        <pc:picChg chg="del">
          <ac:chgData name="H. Shine" userId="fc27ff59f79380b6" providerId="LiveId" clId="{727D2BB6-718A-5CC8-AEE7-01241D467CEF}" dt="2026-09-08T08:10:17.928" v="42" actId="478"/>
          <ac:picMkLst>
            <pc:docMk/>
            <pc:sldMk cId="2128394541" sldId="394"/>
            <ac:picMk id="10" creationId="{F6F2F10E-BC82-8CA7-840C-0E8DC1ADDDE6}"/>
          </ac:picMkLst>
        </pc:picChg>
        <pc:picChg chg="del">
          <ac:chgData name="H. Shine" userId="fc27ff59f79380b6" providerId="LiveId" clId="{727D2BB6-718A-5CC8-AEE7-01241D467CEF}" dt="2026-09-08T08:10:18.823" v="44" actId="478"/>
          <ac:picMkLst>
            <pc:docMk/>
            <pc:sldMk cId="2128394541" sldId="394"/>
            <ac:picMk id="12" creationId="{68A8AC74-9769-7BC6-28B6-743CDBFA8329}"/>
          </ac:picMkLst>
        </pc:picChg>
        <pc:picChg chg="del">
          <ac:chgData name="H. Shine" userId="fc27ff59f79380b6" providerId="LiveId" clId="{727D2BB6-718A-5CC8-AEE7-01241D467CEF}" dt="2026-09-08T08:10:18.539" v="43" actId="478"/>
          <ac:picMkLst>
            <pc:docMk/>
            <pc:sldMk cId="2128394541" sldId="394"/>
            <ac:picMk id="13" creationId="{4468C7D5-27DD-153B-D042-9E20B9C5881E}"/>
          </ac:picMkLst>
        </pc:picChg>
      </pc:sldChg>
      <pc:sldChg chg="addSp delSp modSp add mod">
        <pc:chgData name="H. Shine" userId="fc27ff59f79380b6" providerId="LiveId" clId="{727D2BB6-718A-5CC8-AEE7-01241D467CEF}" dt="2026-09-08T08:14:32.944" v="467" actId="1076"/>
        <pc:sldMkLst>
          <pc:docMk/>
          <pc:sldMk cId="1139044376" sldId="395"/>
        </pc:sldMkLst>
        <pc:spChg chg="mod">
          <ac:chgData name="H. Shine" userId="fc27ff59f79380b6" providerId="LiveId" clId="{727D2BB6-718A-5CC8-AEE7-01241D467CEF}" dt="2026-09-08T08:14:29.696" v="464" actId="20577"/>
          <ac:spMkLst>
            <pc:docMk/>
            <pc:sldMk cId="1139044376" sldId="395"/>
            <ac:spMk id="5" creationId="{4F0788C6-5D5E-F5A6-790A-33AF029F223D}"/>
          </ac:spMkLst>
        </pc:spChg>
        <pc:picChg chg="add mod">
          <ac:chgData name="H. Shine" userId="fc27ff59f79380b6" providerId="LiveId" clId="{727D2BB6-718A-5CC8-AEE7-01241D467CEF}" dt="2026-09-08T08:14:32.944" v="467" actId="1076"/>
          <ac:picMkLst>
            <pc:docMk/>
            <pc:sldMk cId="1139044376" sldId="395"/>
            <ac:picMk id="6" creationId="{AC25EBB9-AE1F-F80B-A8DE-B740F21E5CF0}"/>
          </ac:picMkLst>
        </pc:picChg>
        <pc:picChg chg="del">
          <ac:chgData name="H. Shine" userId="fc27ff59f79380b6" providerId="LiveId" clId="{727D2BB6-718A-5CC8-AEE7-01241D467CEF}" dt="2026-09-08T08:13:11.960" v="267" actId="478"/>
          <ac:picMkLst>
            <pc:docMk/>
            <pc:sldMk cId="1139044376" sldId="395"/>
            <ac:picMk id="7" creationId="{8CAAD5D6-96E8-244F-3438-A56C6E5EFE98}"/>
          </ac:picMkLst>
        </pc:picChg>
        <pc:picChg chg="del">
          <ac:chgData name="H. Shine" userId="fc27ff59f79380b6" providerId="LiveId" clId="{727D2BB6-718A-5CC8-AEE7-01241D467CEF}" dt="2026-09-08T08:13:11.677" v="266" actId="478"/>
          <ac:picMkLst>
            <pc:docMk/>
            <pc:sldMk cId="1139044376" sldId="395"/>
            <ac:picMk id="8" creationId="{71774A27-357F-E7D6-C93C-F7180BA5B20C}"/>
          </ac:picMkLst>
        </pc:picChg>
      </pc:sldChg>
    </pc:docChg>
  </pc:docChgLst>
  <pc:docChgLst>
    <pc:chgData name="H. Shine" userId="fc27ff59f79380b6" providerId="LiveId" clId="{49B3E6E0-4B1E-4AD6-A829-DE648B7A64C9}"/>
    <pc:docChg chg="undo custSel addSld delSld modSld sldOrd">
      <pc:chgData name="H. Shine" userId="fc27ff59f79380b6" providerId="LiveId" clId="{49B3E6E0-4B1E-4AD6-A829-DE648B7A64C9}" dt="2026-09-07T09:21:52.622" v="866"/>
      <pc:docMkLst>
        <pc:docMk/>
      </pc:docMkLst>
      <pc:sldChg chg="modSp mod">
        <pc:chgData name="H. Shine" userId="fc27ff59f79380b6" providerId="LiveId" clId="{49B3E6E0-4B1E-4AD6-A829-DE648B7A64C9}" dt="2026-09-07T07:59:45.773" v="21" actId="20577"/>
        <pc:sldMkLst>
          <pc:docMk/>
          <pc:sldMk cId="1619921417" sldId="256"/>
        </pc:sldMkLst>
        <pc:spChg chg="mod">
          <ac:chgData name="H. Shine" userId="fc27ff59f79380b6" providerId="LiveId" clId="{49B3E6E0-4B1E-4AD6-A829-DE648B7A64C9}" dt="2026-09-07T07:59:33.778" v="5" actId="20577"/>
          <ac:spMkLst>
            <pc:docMk/>
            <pc:sldMk cId="1619921417" sldId="256"/>
            <ac:spMk id="2" creationId="{49ECD174-10B3-A233-9B16-EF4C324B0B7A}"/>
          </ac:spMkLst>
        </pc:spChg>
        <pc:spChg chg="mod">
          <ac:chgData name="H. Shine" userId="fc27ff59f79380b6" providerId="LiveId" clId="{49B3E6E0-4B1E-4AD6-A829-DE648B7A64C9}" dt="2026-09-07T07:59:39.347" v="19" actId="20577"/>
          <ac:spMkLst>
            <pc:docMk/>
            <pc:sldMk cId="1619921417" sldId="256"/>
            <ac:spMk id="3" creationId="{20795EDB-880E-5C16-E53C-473F73C876E1}"/>
          </ac:spMkLst>
        </pc:spChg>
        <pc:spChg chg="mod">
          <ac:chgData name="H. Shine" userId="fc27ff59f79380b6" providerId="LiveId" clId="{49B3E6E0-4B1E-4AD6-A829-DE648B7A64C9}" dt="2026-09-07T07:59:45.773" v="21" actId="20577"/>
          <ac:spMkLst>
            <pc:docMk/>
            <pc:sldMk cId="1619921417" sldId="256"/>
            <ac:spMk id="4" creationId="{986E41AB-95C1-5582-9161-167D561066F5}"/>
          </ac:spMkLst>
        </pc:spChg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3500178528" sldId="304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4204134207" sldId="360"/>
        </pc:sldMkLst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176660207" sldId="361"/>
        </pc:sldMkLst>
      </pc:sldChg>
      <pc:sldChg chg="modSp add">
        <pc:chgData name="H. Shine" userId="fc27ff59f79380b6" providerId="LiveId" clId="{49B3E6E0-4B1E-4AD6-A829-DE648B7A64C9}" dt="2026-09-07T09:19:38.778" v="831"/>
        <pc:sldMkLst>
          <pc:docMk/>
          <pc:sldMk cId="1755483739" sldId="361"/>
        </pc:sldMkLst>
        <pc:spChg chg="mod">
          <ac:chgData name="H. Shine" userId="fc27ff59f79380b6" providerId="LiveId" clId="{49B3E6E0-4B1E-4AD6-A829-DE648B7A64C9}" dt="2026-09-07T09:19:27.418" v="824"/>
          <ac:spMkLst>
            <pc:docMk/>
            <pc:sldMk cId="1755483739" sldId="361"/>
            <ac:spMk id="3" creationId="{954398CF-044B-CA30-6B04-98BAB850B29E}"/>
          </ac:spMkLst>
        </pc:spChg>
        <pc:spChg chg="mod">
          <ac:chgData name="H. Shine" userId="fc27ff59f79380b6" providerId="LiveId" clId="{49B3E6E0-4B1E-4AD6-A829-DE648B7A64C9}" dt="2026-09-07T09:19:38.778" v="831"/>
          <ac:spMkLst>
            <pc:docMk/>
            <pc:sldMk cId="1755483739" sldId="361"/>
            <ac:spMk id="4" creationId="{C01823E8-8D90-841F-60E7-1CC6591856C3}"/>
          </ac:spMkLst>
        </pc:spChg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991672716" sldId="364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558012319" sldId="365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9241458" sldId="366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524488410" sldId="367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4179415837" sldId="368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32273293" sldId="369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3726051628" sldId="370"/>
        </pc:sldMkLst>
      </pc:sldChg>
      <pc:sldChg chg="del">
        <pc:chgData name="H. Shine" userId="fc27ff59f79380b6" providerId="LiveId" clId="{49B3E6E0-4B1E-4AD6-A829-DE648B7A64C9}" dt="2026-09-07T07:59:31.491" v="3" actId="47"/>
        <pc:sldMkLst>
          <pc:docMk/>
          <pc:sldMk cId="182987879" sldId="372"/>
        </pc:sldMkLst>
      </pc:sldChg>
      <pc:sldChg chg="del">
        <pc:chgData name="H. Shine" userId="fc27ff59f79380b6" providerId="LiveId" clId="{49B3E6E0-4B1E-4AD6-A829-DE648B7A64C9}" dt="2026-09-07T09:04:01.146" v="587" actId="47"/>
        <pc:sldMkLst>
          <pc:docMk/>
          <pc:sldMk cId="219863621" sldId="375"/>
        </pc:sldMkLst>
      </pc:sldChg>
      <pc:sldChg chg="del">
        <pc:chgData name="H. Shine" userId="fc27ff59f79380b6" providerId="LiveId" clId="{49B3E6E0-4B1E-4AD6-A829-DE648B7A64C9}" dt="2026-09-07T08:38:47.472" v="171" actId="47"/>
        <pc:sldMkLst>
          <pc:docMk/>
          <pc:sldMk cId="1817519636" sldId="376"/>
        </pc:sldMkLst>
      </pc:sldChg>
      <pc:sldChg chg="del">
        <pc:chgData name="H. Shine" userId="fc27ff59f79380b6" providerId="LiveId" clId="{49B3E6E0-4B1E-4AD6-A829-DE648B7A64C9}" dt="2026-09-07T08:38:50.130" v="172" actId="47"/>
        <pc:sldMkLst>
          <pc:docMk/>
          <pc:sldMk cId="3190190650" sldId="377"/>
        </pc:sldMkLst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1817683400" sldId="378"/>
        </pc:sldMkLst>
      </pc:sldChg>
      <pc:sldChg chg="modSp add del">
        <pc:chgData name="H. Shine" userId="fc27ff59f79380b6" providerId="LiveId" clId="{49B3E6E0-4B1E-4AD6-A829-DE648B7A64C9}" dt="2026-09-07T09:20:29.931" v="853" actId="47"/>
        <pc:sldMkLst>
          <pc:docMk/>
          <pc:sldMk cId="2900022644" sldId="378"/>
        </pc:sldMkLst>
        <pc:spChg chg="mod">
          <ac:chgData name="H. Shine" userId="fc27ff59f79380b6" providerId="LiveId" clId="{49B3E6E0-4B1E-4AD6-A829-DE648B7A64C9}" dt="2026-09-07T09:19:28.311" v="825"/>
          <ac:spMkLst>
            <pc:docMk/>
            <pc:sldMk cId="2900022644" sldId="378"/>
            <ac:spMk id="3" creationId="{FD3AC10C-7310-8741-4121-C5981CB0D8F8}"/>
          </ac:spMkLst>
        </pc:spChg>
        <pc:spChg chg="mod">
          <ac:chgData name="H. Shine" userId="fc27ff59f79380b6" providerId="LiveId" clId="{49B3E6E0-4B1E-4AD6-A829-DE648B7A64C9}" dt="2026-09-07T09:19:45.114" v="832"/>
          <ac:spMkLst>
            <pc:docMk/>
            <pc:sldMk cId="2900022644" sldId="378"/>
            <ac:spMk id="4" creationId="{37297DE6-BDCC-62D3-4AB0-A74F9CCB74C9}"/>
          </ac:spMkLst>
        </pc:spChg>
      </pc:sldChg>
      <pc:sldChg chg="modSp add del">
        <pc:chgData name="H. Shine" userId="fc27ff59f79380b6" providerId="LiveId" clId="{49B3E6E0-4B1E-4AD6-A829-DE648B7A64C9}" dt="2026-09-07T09:20:42.901" v="854" actId="47"/>
        <pc:sldMkLst>
          <pc:docMk/>
          <pc:sldMk cId="1356452534" sldId="379"/>
        </pc:sldMkLst>
        <pc:spChg chg="mod">
          <ac:chgData name="H. Shine" userId="fc27ff59f79380b6" providerId="LiveId" clId="{49B3E6E0-4B1E-4AD6-A829-DE648B7A64C9}" dt="2026-09-07T09:19:29.138" v="826"/>
          <ac:spMkLst>
            <pc:docMk/>
            <pc:sldMk cId="1356452534" sldId="379"/>
            <ac:spMk id="3" creationId="{C341409C-4115-8A98-72EB-BF603AE9E3A9}"/>
          </ac:spMkLst>
        </pc:spChg>
        <pc:spChg chg="mod">
          <ac:chgData name="H. Shine" userId="fc27ff59f79380b6" providerId="LiveId" clId="{49B3E6E0-4B1E-4AD6-A829-DE648B7A64C9}" dt="2026-09-07T09:19:47.633" v="833"/>
          <ac:spMkLst>
            <pc:docMk/>
            <pc:sldMk cId="1356452534" sldId="379"/>
            <ac:spMk id="4" creationId="{9DF11A95-D52A-AF1B-98E5-FD84B3029314}"/>
          </ac:spMkLst>
        </pc:spChg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2776292595" sldId="379"/>
        </pc:sldMkLst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941089325" sldId="380"/>
        </pc:sldMkLst>
      </pc:sldChg>
      <pc:sldChg chg="modSp add">
        <pc:chgData name="H. Shine" userId="fc27ff59f79380b6" providerId="LiveId" clId="{49B3E6E0-4B1E-4AD6-A829-DE648B7A64C9}" dt="2026-09-07T09:19:50.910" v="834"/>
        <pc:sldMkLst>
          <pc:docMk/>
          <pc:sldMk cId="3685055001" sldId="380"/>
        </pc:sldMkLst>
        <pc:spChg chg="mod">
          <ac:chgData name="H. Shine" userId="fc27ff59f79380b6" providerId="LiveId" clId="{49B3E6E0-4B1E-4AD6-A829-DE648B7A64C9}" dt="2026-09-07T09:19:30.012" v="827"/>
          <ac:spMkLst>
            <pc:docMk/>
            <pc:sldMk cId="3685055001" sldId="380"/>
            <ac:spMk id="3" creationId="{5A95E173-2666-C14A-B386-A407E623A109}"/>
          </ac:spMkLst>
        </pc:spChg>
        <pc:spChg chg="mod">
          <ac:chgData name="H. Shine" userId="fc27ff59f79380b6" providerId="LiveId" clId="{49B3E6E0-4B1E-4AD6-A829-DE648B7A64C9}" dt="2026-09-07T09:19:50.910" v="834"/>
          <ac:spMkLst>
            <pc:docMk/>
            <pc:sldMk cId="3685055001" sldId="380"/>
            <ac:spMk id="4" creationId="{6AEDCBDE-96DE-1696-B36B-5741F4E8F3BA}"/>
          </ac:spMkLst>
        </pc:spChg>
      </pc:sldChg>
      <pc:sldChg chg="modSp add">
        <pc:chgData name="H. Shine" userId="fc27ff59f79380b6" providerId="LiveId" clId="{49B3E6E0-4B1E-4AD6-A829-DE648B7A64C9}" dt="2026-09-07T09:19:53.093" v="835"/>
        <pc:sldMkLst>
          <pc:docMk/>
          <pc:sldMk cId="432286981" sldId="381"/>
        </pc:sldMkLst>
        <pc:spChg chg="mod">
          <ac:chgData name="H. Shine" userId="fc27ff59f79380b6" providerId="LiveId" clId="{49B3E6E0-4B1E-4AD6-A829-DE648B7A64C9}" dt="2026-09-07T09:19:31.034" v="828"/>
          <ac:spMkLst>
            <pc:docMk/>
            <pc:sldMk cId="432286981" sldId="381"/>
            <ac:spMk id="3" creationId="{F9313387-7B5F-DF4A-B532-C1A9CF983443}"/>
          </ac:spMkLst>
        </pc:spChg>
        <pc:spChg chg="mod">
          <ac:chgData name="H. Shine" userId="fc27ff59f79380b6" providerId="LiveId" clId="{49B3E6E0-4B1E-4AD6-A829-DE648B7A64C9}" dt="2026-09-07T09:19:53.093" v="835"/>
          <ac:spMkLst>
            <pc:docMk/>
            <pc:sldMk cId="432286981" sldId="381"/>
            <ac:spMk id="4" creationId="{CB1C1BDE-821C-7D29-A76C-08BDB312FFF1}"/>
          </ac:spMkLst>
        </pc:spChg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3871244484" sldId="381"/>
        </pc:sldMkLst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2168848073" sldId="382"/>
        </pc:sldMkLst>
      </pc:sldChg>
      <pc:sldChg chg="modSp add">
        <pc:chgData name="H. Shine" userId="fc27ff59f79380b6" providerId="LiveId" clId="{49B3E6E0-4B1E-4AD6-A829-DE648B7A64C9}" dt="2026-09-07T09:19:54.791" v="836"/>
        <pc:sldMkLst>
          <pc:docMk/>
          <pc:sldMk cId="3801663006" sldId="382"/>
        </pc:sldMkLst>
        <pc:spChg chg="mod">
          <ac:chgData name="H. Shine" userId="fc27ff59f79380b6" providerId="LiveId" clId="{49B3E6E0-4B1E-4AD6-A829-DE648B7A64C9}" dt="2026-09-07T09:19:32.393" v="829"/>
          <ac:spMkLst>
            <pc:docMk/>
            <pc:sldMk cId="3801663006" sldId="382"/>
            <ac:spMk id="3" creationId="{93EB0264-D161-6203-90AA-697CE41576E6}"/>
          </ac:spMkLst>
        </pc:spChg>
        <pc:spChg chg="mod">
          <ac:chgData name="H. Shine" userId="fc27ff59f79380b6" providerId="LiveId" clId="{49B3E6E0-4B1E-4AD6-A829-DE648B7A64C9}" dt="2026-09-07T09:19:54.791" v="836"/>
          <ac:spMkLst>
            <pc:docMk/>
            <pc:sldMk cId="3801663006" sldId="382"/>
            <ac:spMk id="4" creationId="{A428565C-C41C-A3C2-3442-C2723653FD52}"/>
          </ac:spMkLst>
        </pc:spChg>
      </pc:sldChg>
      <pc:sldChg chg="delSp del mod">
        <pc:chgData name="H. Shine" userId="fc27ff59f79380b6" providerId="LiveId" clId="{49B3E6E0-4B1E-4AD6-A829-DE648B7A64C9}" dt="2026-09-07T09:17:26.854" v="781" actId="47"/>
        <pc:sldMkLst>
          <pc:docMk/>
          <pc:sldMk cId="1422198244" sldId="383"/>
        </pc:sldMkLst>
        <pc:picChg chg="del">
          <ac:chgData name="H. Shine" userId="fc27ff59f79380b6" providerId="LiveId" clId="{49B3E6E0-4B1E-4AD6-A829-DE648B7A64C9}" dt="2026-09-07T09:16:31.823" v="768" actId="21"/>
          <ac:picMkLst>
            <pc:docMk/>
            <pc:sldMk cId="1422198244" sldId="383"/>
            <ac:picMk id="14" creationId="{93B87A2D-9A29-9859-4A61-667C1DC66F10}"/>
          </ac:picMkLst>
        </pc:picChg>
      </pc:sldChg>
      <pc:sldChg chg="modSp add del">
        <pc:chgData name="H. Shine" userId="fc27ff59f79380b6" providerId="LiveId" clId="{49B3E6E0-4B1E-4AD6-A829-DE648B7A64C9}" dt="2026-09-07T09:21:38.540" v="855" actId="47"/>
        <pc:sldMkLst>
          <pc:docMk/>
          <pc:sldMk cId="3555428082" sldId="385"/>
        </pc:sldMkLst>
        <pc:spChg chg="mod">
          <ac:chgData name="H. Shine" userId="fc27ff59f79380b6" providerId="LiveId" clId="{49B3E6E0-4B1E-4AD6-A829-DE648B7A64C9}" dt="2026-09-07T09:19:33.715" v="830"/>
          <ac:spMkLst>
            <pc:docMk/>
            <pc:sldMk cId="3555428082" sldId="385"/>
            <ac:spMk id="3" creationId="{ED6D4633-3490-DCF3-FADF-CCDE025EE954}"/>
          </ac:spMkLst>
        </pc:spChg>
        <pc:spChg chg="mod">
          <ac:chgData name="H. Shine" userId="fc27ff59f79380b6" providerId="LiveId" clId="{49B3E6E0-4B1E-4AD6-A829-DE648B7A64C9}" dt="2026-09-07T09:19:57.763" v="837"/>
          <ac:spMkLst>
            <pc:docMk/>
            <pc:sldMk cId="3555428082" sldId="385"/>
            <ac:spMk id="4" creationId="{BA39E5F3-5BB9-9989-5BB1-A3F53D276B1D}"/>
          </ac:spMkLst>
        </pc:spChg>
      </pc:sldChg>
      <pc:sldChg chg="del">
        <pc:chgData name="H. Shine" userId="fc27ff59f79380b6" providerId="LiveId" clId="{49B3E6E0-4B1E-4AD6-A829-DE648B7A64C9}" dt="2026-09-07T09:18:49.970" v="820" actId="2696"/>
        <pc:sldMkLst>
          <pc:docMk/>
          <pc:sldMk cId="3580216303" sldId="385"/>
        </pc:sldMkLst>
      </pc:sldChg>
      <pc:sldChg chg="modSp add ord">
        <pc:chgData name="H. Shine" userId="fc27ff59f79380b6" providerId="LiveId" clId="{49B3E6E0-4B1E-4AD6-A829-DE648B7A64C9}" dt="2026-09-07T09:18:14.128" v="816"/>
        <pc:sldMkLst>
          <pc:docMk/>
          <pc:sldMk cId="1808672707" sldId="387"/>
        </pc:sldMkLst>
        <pc:spChg chg="mod">
          <ac:chgData name="H. Shine" userId="fc27ff59f79380b6" providerId="LiveId" clId="{49B3E6E0-4B1E-4AD6-A829-DE648B7A64C9}" dt="2026-09-07T09:17:41.886" v="784"/>
          <ac:spMkLst>
            <pc:docMk/>
            <pc:sldMk cId="1808672707" sldId="387"/>
            <ac:spMk id="3" creationId="{3ACDABE2-A0F4-308D-5B4E-18093B0FFF1E}"/>
          </ac:spMkLst>
        </pc:spChg>
        <pc:spChg chg="mod">
          <ac:chgData name="H. Shine" userId="fc27ff59f79380b6" providerId="LiveId" clId="{49B3E6E0-4B1E-4AD6-A829-DE648B7A64C9}" dt="2026-09-07T09:18:08.863" v="814"/>
          <ac:spMkLst>
            <pc:docMk/>
            <pc:sldMk cId="1808672707" sldId="387"/>
            <ac:spMk id="4" creationId="{D159C537-381F-D19A-EFF9-B24CADE8824C}"/>
          </ac:spMkLst>
        </pc:spChg>
      </pc:sldChg>
      <pc:sldChg chg="del">
        <pc:chgData name="H. Shine" userId="fc27ff59f79380b6" providerId="LiveId" clId="{49B3E6E0-4B1E-4AD6-A829-DE648B7A64C9}" dt="2026-09-07T09:17:32.784" v="782" actId="2696"/>
        <pc:sldMkLst>
          <pc:docMk/>
          <pc:sldMk cId="3294608131" sldId="387"/>
        </pc:sldMkLst>
      </pc:sldChg>
      <pc:sldChg chg="modSp add">
        <pc:chgData name="H. Shine" userId="fc27ff59f79380b6" providerId="LiveId" clId="{49B3E6E0-4B1E-4AD6-A829-DE648B7A64C9}" dt="2026-09-07T09:18:18.752" v="818"/>
        <pc:sldMkLst>
          <pc:docMk/>
          <pc:sldMk cId="1192308576" sldId="388"/>
        </pc:sldMkLst>
        <pc:spChg chg="mod">
          <ac:chgData name="H. Shine" userId="fc27ff59f79380b6" providerId="LiveId" clId="{49B3E6E0-4B1E-4AD6-A829-DE648B7A64C9}" dt="2026-09-07T09:17:42.762" v="785"/>
          <ac:spMkLst>
            <pc:docMk/>
            <pc:sldMk cId="1192308576" sldId="388"/>
            <ac:spMk id="3" creationId="{3DFFA0E4-41EE-CA11-2D67-46B161D68422}"/>
          </ac:spMkLst>
        </pc:spChg>
        <pc:spChg chg="mod">
          <ac:chgData name="H. Shine" userId="fc27ff59f79380b6" providerId="LiveId" clId="{49B3E6E0-4B1E-4AD6-A829-DE648B7A64C9}" dt="2026-09-07T09:18:18.752" v="818"/>
          <ac:spMkLst>
            <pc:docMk/>
            <pc:sldMk cId="1192308576" sldId="388"/>
            <ac:spMk id="4" creationId="{F7836FBF-D1AE-3D57-5A2F-56BC4E40645B}"/>
          </ac:spMkLst>
        </pc:spChg>
      </pc:sldChg>
      <pc:sldChg chg="del">
        <pc:chgData name="H. Shine" userId="fc27ff59f79380b6" providerId="LiveId" clId="{49B3E6E0-4B1E-4AD6-A829-DE648B7A64C9}" dt="2026-09-07T09:17:32.784" v="782" actId="2696"/>
        <pc:sldMkLst>
          <pc:docMk/>
          <pc:sldMk cId="1726395035" sldId="388"/>
        </pc:sldMkLst>
      </pc:sldChg>
      <pc:sldChg chg="del">
        <pc:chgData name="H. Shine" userId="fc27ff59f79380b6" providerId="LiveId" clId="{49B3E6E0-4B1E-4AD6-A829-DE648B7A64C9}" dt="2026-09-07T09:17:32.784" v="782" actId="2696"/>
        <pc:sldMkLst>
          <pc:docMk/>
          <pc:sldMk cId="1857213830" sldId="389"/>
        </pc:sldMkLst>
      </pc:sldChg>
      <pc:sldChg chg="modSp add">
        <pc:chgData name="H. Shine" userId="fc27ff59f79380b6" providerId="LiveId" clId="{49B3E6E0-4B1E-4AD6-A829-DE648B7A64C9}" dt="2026-09-07T09:18:21.739" v="819"/>
        <pc:sldMkLst>
          <pc:docMk/>
          <pc:sldMk cId="4100147550" sldId="389"/>
        </pc:sldMkLst>
        <pc:spChg chg="mod">
          <ac:chgData name="H. Shine" userId="fc27ff59f79380b6" providerId="LiveId" clId="{49B3E6E0-4B1E-4AD6-A829-DE648B7A64C9}" dt="2026-09-07T09:17:44.176" v="786"/>
          <ac:spMkLst>
            <pc:docMk/>
            <pc:sldMk cId="4100147550" sldId="389"/>
            <ac:spMk id="3" creationId="{F9946AE8-8DDC-D8D0-26A3-00AFD100679F}"/>
          </ac:spMkLst>
        </pc:spChg>
        <pc:spChg chg="mod">
          <ac:chgData name="H. Shine" userId="fc27ff59f79380b6" providerId="LiveId" clId="{49B3E6E0-4B1E-4AD6-A829-DE648B7A64C9}" dt="2026-09-07T09:18:21.739" v="819"/>
          <ac:spMkLst>
            <pc:docMk/>
            <pc:sldMk cId="4100147550" sldId="389"/>
            <ac:spMk id="4" creationId="{AA23BEE2-8214-CDEA-B079-891BE78E96AD}"/>
          </ac:spMkLst>
        </pc:spChg>
      </pc:sldChg>
      <pc:sldChg chg="del">
        <pc:chgData name="H. Shine" userId="fc27ff59f79380b6" providerId="LiveId" clId="{49B3E6E0-4B1E-4AD6-A829-DE648B7A64C9}" dt="2026-09-07T08:02:55.821" v="22" actId="47"/>
        <pc:sldMkLst>
          <pc:docMk/>
          <pc:sldMk cId="188476511" sldId="390"/>
        </pc:sldMkLst>
      </pc:sldChg>
      <pc:sldChg chg="delSp modSp add mod">
        <pc:chgData name="H. Shine" userId="fc27ff59f79380b6" providerId="LiveId" clId="{49B3E6E0-4B1E-4AD6-A829-DE648B7A64C9}" dt="2026-09-07T08:52:01.998" v="311" actId="113"/>
        <pc:sldMkLst>
          <pc:docMk/>
          <pc:sldMk cId="1694393957" sldId="390"/>
        </pc:sldMkLst>
        <pc:spChg chg="mod">
          <ac:chgData name="H. Shine" userId="fc27ff59f79380b6" providerId="LiveId" clId="{49B3E6E0-4B1E-4AD6-A829-DE648B7A64C9}" dt="2026-09-07T08:37:33.627" v="29"/>
          <ac:spMkLst>
            <pc:docMk/>
            <pc:sldMk cId="1694393957" sldId="390"/>
            <ac:spMk id="3" creationId="{EB43C732-6222-0D33-66C4-0F06A2A931A9}"/>
          </ac:spMkLst>
        </pc:spChg>
        <pc:spChg chg="mod">
          <ac:chgData name="H. Shine" userId="fc27ff59f79380b6" providerId="LiveId" clId="{49B3E6E0-4B1E-4AD6-A829-DE648B7A64C9}" dt="2026-09-07T08:37:36.576" v="39"/>
          <ac:spMkLst>
            <pc:docMk/>
            <pc:sldMk cId="1694393957" sldId="390"/>
            <ac:spMk id="4" creationId="{4D331936-B8FC-A114-96B6-115568608E67}"/>
          </ac:spMkLst>
        </pc:spChg>
        <pc:spChg chg="mod">
          <ac:chgData name="H. Shine" userId="fc27ff59f79380b6" providerId="LiveId" clId="{49B3E6E0-4B1E-4AD6-A829-DE648B7A64C9}" dt="2026-09-07T08:52:01.998" v="311" actId="113"/>
          <ac:spMkLst>
            <pc:docMk/>
            <pc:sldMk cId="1694393957" sldId="390"/>
            <ac:spMk id="5" creationId="{F4C4292A-00AF-89A9-47AE-A42F32DB06C7}"/>
          </ac:spMkLst>
        </pc:spChg>
        <pc:picChg chg="del">
          <ac:chgData name="H. Shine" userId="fc27ff59f79380b6" providerId="LiveId" clId="{49B3E6E0-4B1E-4AD6-A829-DE648B7A64C9}" dt="2026-09-07T08:37:28.925" v="24" actId="478"/>
          <ac:picMkLst>
            <pc:docMk/>
            <pc:sldMk cId="1694393957" sldId="390"/>
            <ac:picMk id="7" creationId="{6A53C7AC-D017-6676-AB23-544BF8084005}"/>
          </ac:picMkLst>
        </pc:picChg>
        <pc:picChg chg="del">
          <ac:chgData name="H. Shine" userId="fc27ff59f79380b6" providerId="LiveId" clId="{49B3E6E0-4B1E-4AD6-A829-DE648B7A64C9}" dt="2026-09-07T08:37:29.169" v="25" actId="478"/>
          <ac:picMkLst>
            <pc:docMk/>
            <pc:sldMk cId="1694393957" sldId="390"/>
            <ac:picMk id="9" creationId="{E8F27D3A-147B-AAB2-5B4F-7DCAD66FF6A1}"/>
          </ac:picMkLst>
        </pc:picChg>
        <pc:picChg chg="del">
          <ac:chgData name="H. Shine" userId="fc27ff59f79380b6" providerId="LiveId" clId="{49B3E6E0-4B1E-4AD6-A829-DE648B7A64C9}" dt="2026-09-07T08:37:56.408" v="51" actId="478"/>
          <ac:picMkLst>
            <pc:docMk/>
            <pc:sldMk cId="1694393957" sldId="390"/>
            <ac:picMk id="13" creationId="{28CE4AD6-2705-64FD-4CC9-03D6DD07AE74}"/>
          </ac:picMkLst>
        </pc:picChg>
      </pc:sldChg>
      <pc:sldChg chg="addSp modSp add mod">
        <pc:chgData name="H. Shine" userId="fc27ff59f79380b6" providerId="LiveId" clId="{49B3E6E0-4B1E-4AD6-A829-DE648B7A64C9}" dt="2026-09-07T09:21:46.312" v="862"/>
        <pc:sldMkLst>
          <pc:docMk/>
          <pc:sldMk cId="3696902999" sldId="391"/>
        </pc:sldMkLst>
        <pc:spChg chg="mod">
          <ac:chgData name="H. Shine" userId="fc27ff59f79380b6" providerId="LiveId" clId="{49B3E6E0-4B1E-4AD6-A829-DE648B7A64C9}" dt="2026-09-07T09:21:46.312" v="862"/>
          <ac:spMkLst>
            <pc:docMk/>
            <pc:sldMk cId="3696902999" sldId="391"/>
            <ac:spMk id="4" creationId="{B6C0E3AC-03A4-7CF3-1112-EB7DFA38E5F7}"/>
          </ac:spMkLst>
        </pc:spChg>
        <pc:spChg chg="mod">
          <ac:chgData name="H. Shine" userId="fc27ff59f79380b6" providerId="LiveId" clId="{49B3E6E0-4B1E-4AD6-A829-DE648B7A64C9}" dt="2026-09-07T08:52:43.846" v="346" actId="20577"/>
          <ac:spMkLst>
            <pc:docMk/>
            <pc:sldMk cId="3696902999" sldId="391"/>
            <ac:spMk id="5" creationId="{2D44965C-E949-7CE1-DCFE-1185A0489000}"/>
          </ac:spMkLst>
        </pc:spChg>
        <pc:graphicFrameChg chg="add mod">
          <ac:chgData name="H. Shine" userId="fc27ff59f79380b6" providerId="LiveId" clId="{49B3E6E0-4B1E-4AD6-A829-DE648B7A64C9}" dt="2026-09-07T08:52:34.523" v="343"/>
          <ac:graphicFrameMkLst>
            <pc:docMk/>
            <pc:sldMk cId="3696902999" sldId="391"/>
            <ac:graphicFrameMk id="6" creationId="{6FADC1B2-B382-20AB-E0E6-2D36493BF7F0}"/>
          </ac:graphicFrameMkLst>
        </pc:graphicFrameChg>
        <pc:graphicFrameChg chg="add mod modGraphic">
          <ac:chgData name="H. Shine" userId="fc27ff59f79380b6" providerId="LiveId" clId="{49B3E6E0-4B1E-4AD6-A829-DE648B7A64C9}" dt="2026-09-07T08:58:43.395" v="413" actId="113"/>
          <ac:graphicFrameMkLst>
            <pc:docMk/>
            <pc:sldMk cId="3696902999" sldId="391"/>
            <ac:graphicFrameMk id="7" creationId="{557D2015-5D19-5765-418C-7B4BE2849380}"/>
          </ac:graphicFrameMkLst>
        </pc:graphicFrameChg>
      </pc:sldChg>
      <pc:sldChg chg="addSp delSp modSp add mod ord">
        <pc:chgData name="H. Shine" userId="fc27ff59f79380b6" providerId="LiveId" clId="{49B3E6E0-4B1E-4AD6-A829-DE648B7A64C9}" dt="2026-09-07T09:21:52.622" v="866"/>
        <pc:sldMkLst>
          <pc:docMk/>
          <pc:sldMk cId="3710890351" sldId="392"/>
        </pc:sldMkLst>
        <pc:spChg chg="mod">
          <ac:chgData name="H. Shine" userId="fc27ff59f79380b6" providerId="LiveId" clId="{49B3E6E0-4B1E-4AD6-A829-DE648B7A64C9}" dt="2026-09-07T09:20:09.668" v="852"/>
          <ac:spMkLst>
            <pc:docMk/>
            <pc:sldMk cId="3710890351" sldId="392"/>
            <ac:spMk id="4" creationId="{D22BD0C9-46BE-582A-F511-F0175EADF3F9}"/>
          </ac:spMkLst>
        </pc:spChg>
        <pc:spChg chg="mod">
          <ac:chgData name="H. Shine" userId="fc27ff59f79380b6" providerId="LiveId" clId="{49B3E6E0-4B1E-4AD6-A829-DE648B7A64C9}" dt="2026-09-07T09:15:12.615" v="767"/>
          <ac:spMkLst>
            <pc:docMk/>
            <pc:sldMk cId="3710890351" sldId="392"/>
            <ac:spMk id="5" creationId="{0DBBD2F2-350B-EDEC-80D2-58D2960636AC}"/>
          </ac:spMkLst>
        </pc:spChg>
        <pc:graphicFrameChg chg="add mod modGraphic">
          <ac:chgData name="H. Shine" userId="fc27ff59f79380b6" providerId="LiveId" clId="{49B3E6E0-4B1E-4AD6-A829-DE648B7A64C9}" dt="2026-09-07T09:14:56.850" v="752" actId="1076"/>
          <ac:graphicFrameMkLst>
            <pc:docMk/>
            <pc:sldMk cId="3710890351" sldId="392"/>
            <ac:graphicFrameMk id="6" creationId="{B9F2A716-5000-DB6B-03ED-4D00880F9208}"/>
          </ac:graphicFrameMkLst>
        </pc:graphicFrameChg>
        <pc:graphicFrameChg chg="del">
          <ac:chgData name="H. Shine" userId="fc27ff59f79380b6" providerId="LiveId" clId="{49B3E6E0-4B1E-4AD6-A829-DE648B7A64C9}" dt="2026-09-07T09:00:24.356" v="415" actId="478"/>
          <ac:graphicFrameMkLst>
            <pc:docMk/>
            <pc:sldMk cId="3710890351" sldId="392"/>
            <ac:graphicFrameMk id="7" creationId="{BD94C4E9-772D-B699-6575-28AC110F1401}"/>
          </ac:graphicFrameMkLst>
        </pc:graphicFrameChg>
      </pc:sldChg>
      <pc:sldChg chg="addSp delSp modSp add mod ord">
        <pc:chgData name="H. Shine" userId="fc27ff59f79380b6" providerId="LiveId" clId="{49B3E6E0-4B1E-4AD6-A829-DE648B7A64C9}" dt="2026-09-07T09:19:20.901" v="822"/>
        <pc:sldMkLst>
          <pc:docMk/>
          <pc:sldMk cId="2446773611" sldId="393"/>
        </pc:sldMkLst>
        <pc:spChg chg="mod">
          <ac:chgData name="H. Shine" userId="fc27ff59f79380b6" providerId="LiveId" clId="{49B3E6E0-4B1E-4AD6-A829-DE648B7A64C9}" dt="2026-09-07T09:17:55.092" v="794" actId="20577"/>
          <ac:spMkLst>
            <pc:docMk/>
            <pc:sldMk cId="2446773611" sldId="393"/>
            <ac:spMk id="4" creationId="{934603AE-4E3E-69B1-063B-D0BE15B1EFCC}"/>
          </ac:spMkLst>
        </pc:spChg>
        <pc:spChg chg="mod">
          <ac:chgData name="H. Shine" userId="fc27ff59f79380b6" providerId="LiveId" clId="{49B3E6E0-4B1E-4AD6-A829-DE648B7A64C9}" dt="2026-09-07T09:09:58.518" v="660" actId="20577"/>
          <ac:spMkLst>
            <pc:docMk/>
            <pc:sldMk cId="2446773611" sldId="393"/>
            <ac:spMk id="5" creationId="{CB0EB615-3EBC-5A97-4FF6-6804449B6E42}"/>
          </ac:spMkLst>
        </pc:spChg>
        <pc:graphicFrameChg chg="del">
          <ac:chgData name="H. Shine" userId="fc27ff59f79380b6" providerId="LiveId" clId="{49B3E6E0-4B1E-4AD6-A829-DE648B7A64C9}" dt="2026-09-07T09:08:02.416" v="593" actId="478"/>
          <ac:graphicFrameMkLst>
            <pc:docMk/>
            <pc:sldMk cId="2446773611" sldId="393"/>
            <ac:graphicFrameMk id="6" creationId="{A59AC951-BA9D-D75C-B50E-FF68015327AF}"/>
          </ac:graphicFrameMkLst>
        </pc:graphicFrameChg>
        <pc:picChg chg="add mod">
          <ac:chgData name="H. Shine" userId="fc27ff59f79380b6" providerId="LiveId" clId="{49B3E6E0-4B1E-4AD6-A829-DE648B7A64C9}" dt="2026-09-07T09:16:50.705" v="772" actId="1076"/>
          <ac:picMkLst>
            <pc:docMk/>
            <pc:sldMk cId="2446773611" sldId="393"/>
            <ac:picMk id="8" creationId="{08968525-8DE5-FC5D-B471-A3F2030B11FF}"/>
          </ac:picMkLst>
        </pc:picChg>
        <pc:picChg chg="add mod">
          <ac:chgData name="H. Shine" userId="fc27ff59f79380b6" providerId="LiveId" clId="{49B3E6E0-4B1E-4AD6-A829-DE648B7A64C9}" dt="2026-09-07T09:16:53.493" v="774" actId="1076"/>
          <ac:picMkLst>
            <pc:docMk/>
            <pc:sldMk cId="2446773611" sldId="393"/>
            <ac:picMk id="10" creationId="{A4A53050-3EF9-4ABB-B957-2370911AA5B0}"/>
          </ac:picMkLst>
        </pc:picChg>
        <pc:picChg chg="add mod">
          <ac:chgData name="H. Shine" userId="fc27ff59f79380b6" providerId="LiveId" clId="{49B3E6E0-4B1E-4AD6-A829-DE648B7A64C9}" dt="2026-09-07T09:16:55.253" v="775" actId="1076"/>
          <ac:picMkLst>
            <pc:docMk/>
            <pc:sldMk cId="2446773611" sldId="393"/>
            <ac:picMk id="12" creationId="{2DC937E6-EDAD-AD7C-D20D-510F3B123307}"/>
          </ac:picMkLst>
        </pc:picChg>
        <pc:picChg chg="add mod">
          <ac:chgData name="H. Shine" userId="fc27ff59f79380b6" providerId="LiveId" clId="{49B3E6E0-4B1E-4AD6-A829-DE648B7A64C9}" dt="2026-09-07T09:17:02.635" v="780" actId="14100"/>
          <ac:picMkLst>
            <pc:docMk/>
            <pc:sldMk cId="2446773611" sldId="393"/>
            <ac:picMk id="14" creationId="{E66F20D6-9BC6-8936-6C80-ACE8CFAE666C}"/>
          </ac:picMkLst>
        </pc:picChg>
      </pc:sldChg>
      <pc:sldChg chg="delSp modSp add del mod">
        <pc:chgData name="H. Shine" userId="fc27ff59f79380b6" providerId="LiveId" clId="{49B3E6E0-4B1E-4AD6-A829-DE648B7A64C9}" dt="2026-09-07T09:18:14.731" v="817" actId="47"/>
        <pc:sldMkLst>
          <pc:docMk/>
          <pc:sldMk cId="3645009884" sldId="394"/>
        </pc:sldMkLst>
        <pc:spChg chg="mod">
          <ac:chgData name="H. Shine" userId="fc27ff59f79380b6" providerId="LiveId" clId="{49B3E6E0-4B1E-4AD6-A829-DE648B7A64C9}" dt="2026-09-07T09:18:06.860" v="813"/>
          <ac:spMkLst>
            <pc:docMk/>
            <pc:sldMk cId="3645009884" sldId="394"/>
            <ac:spMk id="4" creationId="{A5BFDB87-A583-F3BA-539C-E5594B452C5D}"/>
          </ac:spMkLst>
        </pc:spChg>
        <pc:spChg chg="mod">
          <ac:chgData name="H. Shine" userId="fc27ff59f79380b6" providerId="LiveId" clId="{49B3E6E0-4B1E-4AD6-A829-DE648B7A64C9}" dt="2026-09-07T09:14:17.818" v="733"/>
          <ac:spMkLst>
            <pc:docMk/>
            <pc:sldMk cId="3645009884" sldId="394"/>
            <ac:spMk id="5" creationId="{E2DF11CB-8ECF-5B79-684B-41FF43E2AF6F}"/>
          </ac:spMkLst>
        </pc:spChg>
        <pc:picChg chg="del">
          <ac:chgData name="H. Shine" userId="fc27ff59f79380b6" providerId="LiveId" clId="{49B3E6E0-4B1E-4AD6-A829-DE648B7A64C9}" dt="2026-09-07T09:13:44.678" v="703" actId="478"/>
          <ac:picMkLst>
            <pc:docMk/>
            <pc:sldMk cId="3645009884" sldId="394"/>
            <ac:picMk id="8" creationId="{ECD226F6-548D-3124-5FC7-951FEDFD9937}"/>
          </ac:picMkLst>
        </pc:picChg>
        <pc:picChg chg="del">
          <ac:chgData name="H. Shine" userId="fc27ff59f79380b6" providerId="LiveId" clId="{49B3E6E0-4B1E-4AD6-A829-DE648B7A64C9}" dt="2026-09-07T09:13:44.126" v="701" actId="478"/>
          <ac:picMkLst>
            <pc:docMk/>
            <pc:sldMk cId="3645009884" sldId="394"/>
            <ac:picMk id="10" creationId="{0D25A94F-0BC0-6F81-B511-4F582C15DDBB}"/>
          </ac:picMkLst>
        </pc:picChg>
        <pc:picChg chg="del">
          <ac:chgData name="H. Shine" userId="fc27ff59f79380b6" providerId="LiveId" clId="{49B3E6E0-4B1E-4AD6-A829-DE648B7A64C9}" dt="2026-09-07T09:13:44.402" v="702" actId="478"/>
          <ac:picMkLst>
            <pc:docMk/>
            <pc:sldMk cId="3645009884" sldId="394"/>
            <ac:picMk id="12" creationId="{6420FCB8-7033-C708-5FBB-62E1C8E264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1C8C9-373A-574A-9755-80D04E77005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62D5B-0E32-3D49-B207-A22F47C1AA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740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2D5B-0E32-3D49-B207-A22F47C1AAF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22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3924D012-9870-8CCD-327D-D71619480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1919814"/>
            <a:ext cx="10800000" cy="720000"/>
          </a:xfrm>
        </p:spPr>
        <p:txBody>
          <a:bodyPr anchor="ctr"/>
          <a:lstStyle>
            <a:lvl1pPr algn="ctr">
              <a:lnSpc>
                <a:spcPct val="100000"/>
              </a:lnSpc>
              <a:defRPr sz="4400">
                <a:latin typeface="+mn-lt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129AA503-B0A9-9931-7E36-E2ECA53A1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000" y="2999814"/>
            <a:ext cx="8640000" cy="360000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sz="280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C5547B0-9B5F-C147-C120-6BA50F5B56F8}"/>
              </a:ext>
            </a:extLst>
          </p:cNvPr>
          <p:cNvSpPr/>
          <p:nvPr/>
        </p:nvSpPr>
        <p:spPr>
          <a:xfrm>
            <a:off x="1596000" y="2639814"/>
            <a:ext cx="9000000" cy="108000"/>
          </a:xfrm>
          <a:prstGeom prst="rect">
            <a:avLst/>
          </a:prstGeom>
          <a:solidFill>
            <a:srgbClr val="B301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644168D-C717-FB2E-66E3-EFB6C81112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4358352"/>
            <a:ext cx="4320000" cy="369332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indent="0" algn="r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lang="zh-CN" altLang="en-US" sz="2400" b="0" smtClean="0">
                <a:solidFill>
                  <a:prstClr val="black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marR="0" lvl="0" indent="-228600" defTabSz="453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269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D3C09576-93C5-73E0-8669-5F4672A66030}"/>
              </a:ext>
            </a:extLst>
          </p:cNvPr>
          <p:cNvSpPr/>
          <p:nvPr/>
        </p:nvSpPr>
        <p:spPr>
          <a:xfrm>
            <a:off x="388880" y="874599"/>
            <a:ext cx="10800000" cy="90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10000">
                <a:srgbClr val="C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楷体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101C61-3147-A619-EB69-D997B220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EEC669C-3A94-5645-80F3-ED04B501DFEC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99EF7B-0F9F-9E03-FEEF-5C8F46E4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0" y="294643"/>
            <a:ext cx="10800000" cy="576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600" b="1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0248BAD-5CEF-29F5-03F5-829A860B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2" y="1230122"/>
            <a:ext cx="10800000" cy="369332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lang="zh-CN" altLang="en-US" sz="2400" b="1" smtClean="0">
                <a:solidFill>
                  <a:prstClr val="black"/>
                </a:solidFill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marR="0" lvl="0" indent="-228600" defTabSz="453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5A4AA-F19D-7F43-9D71-02767D898C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0537802" cy="276999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lang="zh-CN" altLang="en-US" sz="1800" b="0" smtClean="0">
                <a:solidFill>
                  <a:prstClr val="black"/>
                </a:solidFill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marR="0" lvl="0" indent="-228600" defTabSz="453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8951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F2B8F47-0096-BB81-B056-6C317A91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EEC669C-3A94-5645-80F3-ED04B501DFEC}" type="slidenum">
              <a:rPr lang="en-CN" smtClean="0"/>
              <a:pPr/>
              <a:t>‹#›</a:t>
            </a:fld>
            <a:endParaRPr lang="en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D07EAB-3680-170C-BC1E-FC05937C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0" y="294643"/>
            <a:ext cx="10800000" cy="576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600" b="1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215259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30967A-9E52-AB27-299B-A5F95623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EEC669C-3A94-5645-80F3-ED04B501DFEC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739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4959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204CA-67D8-B744-A69E-0B962747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4C0BE-D8A6-A244-AF4C-D8F130B1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9184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EC906-206E-0A4F-8C55-7A5499908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600" b="1">
                <a:solidFill>
                  <a:srgbClr val="C00000"/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0EEC669C-3A94-5645-80F3-ED04B501DFEC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739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4" r:id="rId3"/>
    <p:sldLayoutId id="2147483665" r:id="rId4"/>
    <p:sldLayoutId id="214748366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CN" sz="4400" b="1" kern="1200" baseline="0" dirty="0">
          <a:solidFill>
            <a:schemeClr val="tx1"/>
          </a:solidFill>
          <a:latin typeface="Calibri" panose="020F0502020204030204" pitchFamily="34" charset="0"/>
          <a:ea typeface="楷体" panose="02010609060101010101" pitchFamily="49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CD174-10B3-A233-9B16-EF4C324B0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CIM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Roofline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795EDB-880E-5C16-E53C-473F73C87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ISCAS</a:t>
            </a:r>
            <a:r>
              <a:rPr kumimoji="1" lang="zh-CN" altLang="en-US" dirty="0"/>
              <a:t> </a:t>
            </a:r>
            <a:r>
              <a:rPr kumimoji="1" lang="en-US" altLang="zh-CN" dirty="0"/>
              <a:t>27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6E41AB-95C1-5582-9161-167D561066F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4358352"/>
            <a:ext cx="4320000" cy="1159292"/>
          </a:xfrm>
        </p:spPr>
        <p:txBody>
          <a:bodyPr/>
          <a:lstStyle/>
          <a:p>
            <a:r>
              <a:rPr kumimoji="1" lang="zh-CN" altLang="en-US" dirty="0"/>
              <a:t>邵瀚雍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2026</a:t>
            </a:r>
            <a:r>
              <a:rPr kumimoji="1" lang="zh-CN" altLang="en-US" dirty="0"/>
              <a:t>年</a:t>
            </a:r>
            <a:r>
              <a:rPr kumimoji="1" lang="en-US" altLang="zh-CN" dirty="0"/>
              <a:t>9</a:t>
            </a:r>
            <a:r>
              <a:rPr kumimoji="1" lang="zh-CN" altLang="en-US" dirty="0"/>
              <a:t>月</a:t>
            </a:r>
            <a:r>
              <a:rPr kumimoji="1" lang="en-US" altLang="zh-CN" dirty="0"/>
              <a:t>9</a:t>
            </a:r>
            <a:r>
              <a:rPr kumimoji="1"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61992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0EA3-D710-D609-AE90-C2C7F3D2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A27B0A-0971-2A1C-4DD8-2DAE8F73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43C732-6222-0D33-66C4-0F06A2A9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4C4292A-00AF-89A9-47AE-A42F32DB06C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28443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ISCAS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今年不是双盲评审</a:t>
            </a: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论文长度：最多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页，其中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页为技术内容，包括文本、图表和参考文献（如有），另有一页可选的第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页仅包含参考文献</a:t>
            </a: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DDL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~2026/10/14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国内下午时间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核心：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 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将一类操作数保存为计算状态，另一类操作数流过该状态完成计算。因此，性能不仅取决于流式求值能力，还取决于驻留状态建立和更新的代价，以及该代价被多少流式工作所摊销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题目：存算一体架构的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Roofline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模型？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31936-B8FC-A114-96B6-11556860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会议情况</a:t>
            </a:r>
          </a:p>
        </p:txBody>
      </p:sp>
    </p:spTree>
    <p:extLst>
      <p:ext uri="{BB962C8B-B14F-4D97-AF65-F5344CB8AC3E}">
        <p14:creationId xmlns:p14="http://schemas.microsoft.com/office/powerpoint/2010/main" val="169439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D7E0-5B91-4E8F-3C39-231799D3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9EB6C9-A7B2-4BD9-CC37-4CD3BAFA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00CFE2-9D83-021D-D4A9-FEFA2805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D44965C-E949-7CE1-DCFE-1185A048900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题目：存算一体架构的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Roofline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模型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C0E3AC-03A4-7CF3-1112-EB7DFA38E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论文的整体结构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57D2015-5D19-5765-418C-7B4BE2849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077683"/>
              </p:ext>
            </p:extLst>
          </p:nvPr>
        </p:nvGraphicFramePr>
        <p:xfrm>
          <a:off x="696000" y="2702877"/>
          <a:ext cx="11186160" cy="3549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3643538404"/>
                    </a:ext>
                  </a:extLst>
                </a:gridCol>
                <a:gridCol w="5554980">
                  <a:extLst>
                    <a:ext uri="{9D8B030D-6E8A-4147-A177-3AD203B41FA5}">
                      <a16:colId xmlns:a16="http://schemas.microsoft.com/office/drawing/2014/main" val="2150991689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4003314017"/>
                    </a:ext>
                  </a:extLst>
                </a:gridCol>
              </a:tblGrid>
              <a:tr h="270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章节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二级标题与主要内容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大致位置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863752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I. Introduction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架构差异、现有表述的缺口、本文贡献；相关工作融入其中，不单列长综述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第 1 页前半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599494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II. A Resident–Streaming Roofline for CIM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A. 操作数角色与</a:t>
                      </a:r>
                      <a:r>
                        <a:rPr lang="zh-CN" altLang="en-US" sz="1600" b="1" dirty="0"/>
                        <a:t>分析</a:t>
                      </a:r>
                      <a:r>
                        <a:rPr lang="zh-CN" sz="1600" b="1" dirty="0"/>
                        <a:t>边界；B. 窗口化需求、上界与分区；</a:t>
                      </a:r>
                      <a:br>
                        <a:rPr lang="en-US" altLang="zh-CN" sz="1600" b="1" dirty="0"/>
                      </a:br>
                      <a:r>
                        <a:rPr lang="zh-CN" sz="1600" b="1" dirty="0"/>
                        <a:t>C. 与传统性能</a:t>
                      </a:r>
                      <a:r>
                        <a:rPr lang="zh-CN" altLang="en-US" sz="1600" b="1" dirty="0"/>
                        <a:t>分析</a:t>
                      </a:r>
                      <a:r>
                        <a:rPr lang="zh-CN" sz="1600" b="1" dirty="0"/>
                        <a:t>的联系及两个算例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第 1 页后半至第 2 页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345741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III. Hardware and Workload Characterization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A. 文献支持的硬件能力范围</a:t>
                      </a:r>
                      <a:r>
                        <a:rPr lang="zh-CN" altLang="en-US" sz="1600" b="1" dirty="0"/>
                        <a:t>分析</a:t>
                      </a:r>
                      <a:r>
                        <a:rPr lang="zh-CN" sz="1600" b="1" dirty="0"/>
                        <a:t>；</a:t>
                      </a:r>
                      <a:br>
                        <a:rPr lang="en-US" altLang="zh-CN" sz="1600" b="1" dirty="0"/>
                      </a:br>
                      <a:r>
                        <a:rPr lang="zh-CN" sz="1600" b="1" dirty="0"/>
                        <a:t>B. 明确驻留策略下的</a:t>
                      </a:r>
                      <a:r>
                        <a:rPr lang="zh-CN" altLang="en-US" sz="1600" b="1" dirty="0"/>
                        <a:t>算法</a:t>
                      </a:r>
                      <a:r>
                        <a:rPr lang="zh-CN" sz="1600" b="1" dirty="0"/>
                        <a:t> workload 需求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主要在第 3 页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687827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IV. Workload–Hardware Matching and Design Implications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A. 适配</a:t>
                      </a:r>
                      <a:r>
                        <a:rPr lang="zh-CN" altLang="en-US" sz="1600" dirty="0"/>
                        <a:t>区间的</a:t>
                      </a:r>
                      <a:r>
                        <a:rPr lang="zh-CN" sz="1600" dirty="0"/>
                        <a:t>结论；B. 瓶颈导向的设计选择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主要在第 4 页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798894"/>
                  </a:ext>
                </a:extLst>
              </a:tr>
              <a:tr h="472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V. Conclusion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重述统一框架及其设计用途，不再提出新理论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第 4 页末尾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30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90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F7920-92C2-CB80-3B1A-49EABB22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FBAEE2-4773-7DEC-2EB2-241BCBBB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DBB1B7-CF85-05D7-A845-1A0B4942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DBBD2F2-350B-EDEC-80D2-58D2960636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94897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：硬件的能力（</a:t>
            </a:r>
            <a:r>
              <a:rPr lang="zh-CN" altLang="zh-CN" sz="1600" dirty="0"/>
              <a:t>不同实现的两路能力处在什么范围</a:t>
            </a:r>
            <a:r>
              <a:rPr lang="zh-CN" altLang="en-US" sz="1600" dirty="0"/>
              <a:t>）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：算法的需求（</a:t>
            </a:r>
            <a:r>
              <a:rPr lang="zh-CN" altLang="zh-CN" sz="1600" dirty="0"/>
              <a:t>负载的需求由哪些执行条件决定</a:t>
            </a:r>
            <a:r>
              <a:rPr lang="zh-CN" altLang="en-US" sz="1600" dirty="0"/>
              <a:t>）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：决策和分析（</a:t>
            </a:r>
            <a:r>
              <a:rPr lang="zh-CN" altLang="zh-CN" sz="1600" dirty="0"/>
              <a:t>在什么条件下匹配，以及应该优先</a:t>
            </a:r>
            <a:r>
              <a:rPr lang="zh-CN" altLang="en-US" sz="1600" dirty="0"/>
              <a:t>设计的方向）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2BD0C9-46BE-582A-F511-F0175EAD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论文的整体结构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9F2A716-5000-DB6B-03ED-4D00880F92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316513"/>
                  </p:ext>
                </p:extLst>
              </p:nvPr>
            </p:nvGraphicFramePr>
            <p:xfrm>
              <a:off x="696000" y="2943070"/>
              <a:ext cx="11153100" cy="38386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86140">
                      <a:extLst>
                        <a:ext uri="{9D8B030D-6E8A-4147-A177-3AD203B41FA5}">
                          <a16:colId xmlns:a16="http://schemas.microsoft.com/office/drawing/2014/main" val="4220692121"/>
                        </a:ext>
                      </a:extLst>
                    </a:gridCol>
                    <a:gridCol w="4390410">
                      <a:extLst>
                        <a:ext uri="{9D8B030D-6E8A-4147-A177-3AD203B41FA5}">
                          <a16:colId xmlns:a16="http://schemas.microsoft.com/office/drawing/2014/main" val="1806466084"/>
                        </a:ext>
                      </a:extLst>
                    </a:gridCol>
                    <a:gridCol w="3122910">
                      <a:extLst>
                        <a:ext uri="{9D8B030D-6E8A-4147-A177-3AD203B41FA5}">
                          <a16:colId xmlns:a16="http://schemas.microsoft.com/office/drawing/2014/main" val="2680918418"/>
                        </a:ext>
                      </a:extLst>
                    </a:gridCol>
                    <a:gridCol w="2453640">
                      <a:extLst>
                        <a:ext uri="{9D8B030D-6E8A-4147-A177-3AD203B41FA5}">
                          <a16:colId xmlns:a16="http://schemas.microsoft.com/office/drawing/2014/main" val="826689425"/>
                        </a:ext>
                      </a:extLst>
                    </a:gridCol>
                  </a:tblGrid>
                  <a:tr h="22366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编号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标题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内容与唯一任务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位置／版式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235388"/>
                      </a:ext>
                    </a:extLst>
                  </a:tr>
                  <a:tr h="7359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Fig. 1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存算分离与存算融合下的操作数路径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让读者直观看到：为什么 resident 与 streaming 值得分开计量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1 页，单栏示意图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133385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Fig. 2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经典 Roofline 与 resident–streaming Roofline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两套曲线并排，加精简对应表，完成模型介绍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2 页，优先跨双栏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43390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Table 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代表性 CIM 实现的流式与驻留更新能力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给出文献支持的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sz="1600"/>
                            <a:t>范围及其适用条件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3 页，允许跨双栏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5762458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代表性 workload 的窗口化操作数需求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给出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𝑅𝐼</m:t>
                              </m:r>
                            </m:oMath>
                          </a14:m>
                          <a:r>
                            <a:rPr lang="zh-CN" sz="1600" dirty="0"/>
                            <a:t>，明确窗口、精度与驻留策略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3 页附近，允许跨双栏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976141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Table III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Workload–CIM 适配关系与瓶颈判定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将前两表连接起来，指出适配条件和优先改进方向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4 页，尽量紧凑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790604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Fig. 3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流式能力与驻留更新能力提升的不同收益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用简单曲线说明：优化错误通路，可能没有吞吐收益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4 页，单栏分析图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4407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9F2A716-5000-DB6B-03ED-4D00880F92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316513"/>
                  </p:ext>
                </p:extLst>
              </p:nvPr>
            </p:nvGraphicFramePr>
            <p:xfrm>
              <a:off x="696000" y="2943070"/>
              <a:ext cx="11153100" cy="38386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86140">
                      <a:extLst>
                        <a:ext uri="{9D8B030D-6E8A-4147-A177-3AD203B41FA5}">
                          <a16:colId xmlns:a16="http://schemas.microsoft.com/office/drawing/2014/main" val="4220692121"/>
                        </a:ext>
                      </a:extLst>
                    </a:gridCol>
                    <a:gridCol w="4390410">
                      <a:extLst>
                        <a:ext uri="{9D8B030D-6E8A-4147-A177-3AD203B41FA5}">
                          <a16:colId xmlns:a16="http://schemas.microsoft.com/office/drawing/2014/main" val="1806466084"/>
                        </a:ext>
                      </a:extLst>
                    </a:gridCol>
                    <a:gridCol w="3122910">
                      <a:extLst>
                        <a:ext uri="{9D8B030D-6E8A-4147-A177-3AD203B41FA5}">
                          <a16:colId xmlns:a16="http://schemas.microsoft.com/office/drawing/2014/main" val="2680918418"/>
                        </a:ext>
                      </a:extLst>
                    </a:gridCol>
                    <a:gridCol w="2453640">
                      <a:extLst>
                        <a:ext uri="{9D8B030D-6E8A-4147-A177-3AD203B41FA5}">
                          <a16:colId xmlns:a16="http://schemas.microsoft.com/office/drawing/2014/main" val="826689425"/>
                        </a:ext>
                      </a:extLst>
                    </a:gridCol>
                  </a:tblGrid>
                  <a:tr h="2769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编号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标题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内容与唯一任务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位置／版式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235388"/>
                      </a:ext>
                    </a:extLst>
                  </a:tr>
                  <a:tr h="7359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Fig. 1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存算分离与存算融合下的操作数路径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让读者直观看到：为什么 resident 与 streaming 值得分开计量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1 页，单栏示意图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133385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Fig. 2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经典 Roofline 与 resident–streaming Roofline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两套曲线并排，加精简对应表，完成模型介绍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2 页，优先跨双栏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43390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Table 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代表性 CIM 实现的流式与驻留更新能力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3064" marR="33064" marT="16532" marB="16532" anchor="ctr">
                        <a:blipFill>
                          <a:blip r:embed="rId2"/>
                          <a:stretch>
                            <a:fillRect l="-178906" t="-287097" r="-79102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3 页，允许跨双栏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5762458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代表性 workload 的窗口化操作数需求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3064" marR="33064" marT="16532" marB="16532" anchor="ctr">
                        <a:blipFill>
                          <a:blip r:embed="rId2"/>
                          <a:stretch>
                            <a:fillRect l="-178906" t="-387097" r="-79102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3 页附近，允许跨双栏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976141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Table III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Workload–CIM 适配关系与瓶颈判定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将前两表连接起来，指出适配条件和优先改进方向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4 页，尽量紧凑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790604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 dirty="0"/>
                            <a:t>Fig. 3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流式能力与驻留更新能力提升的不同收益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用简单曲线说明：优化错误通路，可能没有吞吐收益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dirty="0"/>
                            <a:t>第 4 页，单栏分析图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4407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089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759C6-B6E5-EDBF-79D3-B326468A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BBF3C3-DCEC-1A79-45E3-C1897198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72C2C84-18CF-1319-1C48-4DF6B26A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B0EB615-3EBC-5A97-4FF6-6804449B6E4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300338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图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 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示意图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1600" dirty="0"/>
          </a:p>
          <a:p>
            <a:r>
              <a:rPr lang="zh-CN" altLang="zh-CN" sz="1600" dirty="0"/>
              <a:t>GPU 一侧画“存储—计算”两个块，权重和输入通过所选存储接口进入计算模块</a:t>
            </a:r>
          </a:p>
          <a:p>
            <a:r>
              <a:rPr lang="zh-CN" altLang="zh-CN" sz="1600" dirty="0"/>
              <a:t>CIM 一侧画一个存算耦合阵列，突出两条路径：一条将 resident 操作数写入阵列，另一条输入 streaming 操作数并完成求值、读出。resident 旁边标“weights / KV / mapped operands”即可，避免读者把 resident 永久等同于模型权重。</a:t>
            </a:r>
          </a:p>
          <a:p>
            <a:endParaRPr lang="en-US" altLang="zh-CN" sz="1600" dirty="0"/>
          </a:p>
          <a:p>
            <a:r>
              <a:rPr lang="zh-CN" altLang="zh-CN" sz="1600" dirty="0"/>
              <a:t>这张图最重要的视觉信息是：resident 写入一次后，可以支撑多次 streaming 求值。</a:t>
            </a:r>
          </a:p>
          <a:p>
            <a:r>
              <a:rPr lang="zh-CN" altLang="zh-CN" sz="1600" dirty="0"/>
              <a:t>外围模块用“输入／求值／读出”这样的通用标注，不把所有 CIM 都画成 DAC–ADC 架构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b="1" dirty="0"/>
              <a:t>图</a:t>
            </a:r>
            <a:r>
              <a:rPr lang="en-US" altLang="zh-CN" sz="1600" b="1" dirty="0"/>
              <a:t>2 </a:t>
            </a:r>
            <a:r>
              <a:rPr lang="zh-CN" altLang="en-US" sz="1600" b="1" dirty="0"/>
              <a:t>示意图</a:t>
            </a:r>
            <a:endParaRPr lang="en-US" altLang="zh-CN" sz="1600" b="1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4603AE-4E3E-69B1-063B-D0BE15B1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论文的前半部分理论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8968525-8DE5-FC5D-B471-A3F2030B1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410" y="34303"/>
            <a:ext cx="3263352" cy="241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4A53050-3EF9-4ABB-B957-2370911A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2" y="4851826"/>
            <a:ext cx="3668161" cy="19409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DC937E6-EDAD-AD7C-D20D-510F3B123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914" y="4851826"/>
            <a:ext cx="3683265" cy="19409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66F20D6-9BC6-8936-6C80-ACE8CFAE6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059213"/>
            <a:ext cx="4191000" cy="27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7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4338-E759-9472-8577-1DFA0CB4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10268BE-5989-99AD-1D7B-1153711C3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736" y="1"/>
            <a:ext cx="4910263" cy="259814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C3DAD8-4136-738D-80E1-AAD413B1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4398CF-044B-CA30-6B04-98BAB85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823E8-8D90-841F-60E7-1CC65918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F6345AE-B9B0-84C6-A891-8F06C1BBFF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59814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回顾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GPU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最关键的特点：</a:t>
            </a:r>
            <a:endParaRPr lang="en-US" altLang="zh-CN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）存储，计算硬件分离，存储单元用空间复杂度衡量，计算单元用时间复杂度</a:t>
            </a:r>
            <a:endParaRPr lang="en-US" altLang="zh-CN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对应的概念：计算单元的能力，算力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π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；存储单元的能力，带宽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β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）任务总量：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OPs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，拆解到时间（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y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轴，算力性能）和空间（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轴，算术强度）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对应的概念：完成一次任务的计算操作总次数 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OP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，完成一次任务的数据搬运总量 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Byte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）不区分数据的特点，都会进行同样的搬运、计算操作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换句话说：硬件的类型不同（不同操作），而数据的类型相同（都认为是普通的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data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从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HBM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逐级往上搬运）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F2DC64-3662-BF4A-0700-D224BDAD0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4802544"/>
            <a:ext cx="7772400" cy="18451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8506B67-6BBC-46A3-4B8F-005313FBC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452" y="843082"/>
            <a:ext cx="3606860" cy="11434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76829E-D0D0-E316-0EF1-889A27EFA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992" y="4802544"/>
            <a:ext cx="3586008" cy="12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A72E-48A6-7636-A9B5-3A2E7FF7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F87D6F-AE15-73AF-ABD3-D48E6E89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A95E173-2666-C14A-B386-A407E623A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EDCBDE-96DE-1696-B36B-5741F4E8F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C85A09-42E4-2C9E-C951-B93231FA08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9261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硬件平台的关键指标：</a:t>
            </a:r>
            <a:endParaRPr lang="en-US" altLang="zh-CN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吞吐 </a:t>
            </a:r>
            <a:r>
              <a:rPr lang="en-US" altLang="zh-CN" sz="1600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ρ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：一个已被编程好的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阵列在单位时间内能吞吐多少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操作数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Resident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吞吐 </a:t>
            </a:r>
            <a:r>
              <a:rPr lang="en-US" altLang="zh-CN" sz="1600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τ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每秒能把多少新的权重数据更新到阵列的可计算状态中去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两个指标单位相同（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Byte/s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经典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Roofline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中</a:t>
            </a:r>
            <a:r>
              <a:rPr lang="el-GR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π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与</a:t>
            </a:r>
            <a:r>
              <a:rPr lang="el-GR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β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不同量纲，是因为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GPU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的两类硬件管辖时间与空间两个正交维度；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而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的两类通路都在关心数据通过通路的速率这一同一物理类别，所以量纲一致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AF6A95-80F8-A9B0-68E6-86782C69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439" y="200698"/>
            <a:ext cx="6704561" cy="1756118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39750E7-706D-B0AF-9F8E-A95E791C4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500" y="2050761"/>
            <a:ext cx="2397092" cy="177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D1746C5-98AC-B9D7-E0A3-E2DA06E86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3911"/>
            <a:ext cx="6042089" cy="211956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491A61B-B4B1-E663-3ABF-F211ABA33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576" y="4165964"/>
            <a:ext cx="6059424" cy="202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5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C411-C1CA-060F-C068-749D429C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12A59E-8AB5-4788-210C-24C5D76A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313387-7B5F-DF4A-B532-C1A9CF98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1C1BDE-821C-7D29-A76C-08BDB312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D5934A0-5095-F0F7-CED1-B3BC2B90B4D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GPU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下的网络参数：计算量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访存量，也就是一次完整的推理过程中，按照操作类型分，所有的数据经历不同的操作的总数</a:t>
            </a:r>
            <a:endParaRPr lang="en-US" altLang="zh-CN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CIM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下的网络参数：流动数据量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驻留数据量，一次推理中，按数据类型分，输入的激活完整流过静态的权重网络，所有数据总量</a:t>
            </a:r>
            <a:endParaRPr lang="en-US" altLang="zh-CN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GPU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的算术强度：计算单元的指标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存储单元的指标，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OP/Byte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，算术强度，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Arithmetic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Intensity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，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AI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CIM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的驻留强度：流动指标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驻留指标，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Byte/Byte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，驻留强度，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Resident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Intensity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，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RI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3DCC8EA-88BC-08E7-A296-2B0A3AD8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0509"/>
            <a:ext cx="5934456" cy="32250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D2D155E-E709-DD65-24C3-B90AB5C9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250509"/>
            <a:ext cx="6081795" cy="322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8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160F-F855-4134-CB81-7E2F7391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C5F717-456E-A02E-0200-A36EE0D0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3EB0264-D161-6203-90AA-697CE415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28565C-C41C-A3C2-3442-C2723653F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5E6996-8C29-1E02-7979-8A194F6915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CIM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cs typeface="Arial" panose="020B0604020202020204" pitchFamily="34" charset="0"/>
              </a:rPr>
              <a:t>Roofline</a:t>
            </a:r>
            <a:r>
              <a:rPr lang="zh-CN" alt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形式和讨论：</a:t>
            </a:r>
            <a:endParaRPr lang="en-US" altLang="zh-CN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常规的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在离线部署的情况下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大多数都位于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streaming-bound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的区间，完全没有</a:t>
            </a:r>
            <a:r>
              <a:rPr lang="en-US" altLang="zh-CN" sz="1600" dirty="0">
                <a:solidFill>
                  <a:schemeClr val="tx1"/>
                </a:solidFill>
                <a:cs typeface="Arial" panose="020B0604020202020204" pitchFamily="34" charset="0"/>
              </a:rPr>
              <a:t>resident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只有在频繁的更新情况下才会落入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resident-bound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8F8C4CA-6429-BE45-72C0-C8C47107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0638"/>
            <a:ext cx="5870448" cy="29180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F6AC6C9-A2C9-A2E8-6CB2-567E1D018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609" y="294643"/>
            <a:ext cx="6157389" cy="57607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6D2820-FBFB-D497-3CF3-16041DF42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609" y="6021455"/>
            <a:ext cx="6157389" cy="69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6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2879-B513-8934-74FD-FB134D7B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697A51-8A8E-37A5-B1E9-D5EB5D69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CDABE2-A0F4-308D-5B4E-18093B0F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59C537-381F-D19A-EFF9-B24CADE88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DA25898-347E-270D-8F84-E9D173156D0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之前我们认为的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算力，都是等效算力，而且是可变的（并不是完全和硬件绑定的）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而且有一个“等效带宽”被下意识忽略掉了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4655E32-6A33-E00E-DB64-7F68E76F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" y="2489734"/>
            <a:ext cx="5503333" cy="431538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698C6C8-3750-B80E-8C1D-1F3882D8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147" y="2489734"/>
            <a:ext cx="6340853" cy="39235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EDF4F84-C1ED-9A3C-BEB9-1DEE3E54B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66" y="441396"/>
            <a:ext cx="5702300" cy="105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7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2CC0-9FAC-78A5-E1D5-242615E6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1A1739-9DC1-50B7-FA99-98452FB0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DFFA0E4-41EE-CA11-2D67-46B161D6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836FBF-D1AE-3D57-5A2F-56BC4E40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71D9F5D-9648-8277-01A1-B45A85994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硬件参数 </a:t>
            </a:r>
            <a:r>
              <a:rPr lang="en-US" altLang="zh-CN" sz="1600" b="1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ρ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和 </a:t>
            </a:r>
            <a:r>
              <a:rPr lang="en-US" altLang="zh-CN" sz="1600" b="1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τ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的计算方法：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FeNOR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的例子：（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28nm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CMOS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假设）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2A8574E-B629-7A42-8008-84353FA4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1104691"/>
            <a:ext cx="6095998" cy="22784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75C6CDC-4DBD-F0D6-5C5A-21582034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5295"/>
            <a:ext cx="6095999" cy="109318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A59EBA0-761A-573D-DDB5-6FBD45AE5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3429000"/>
            <a:ext cx="5789178" cy="311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08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2922-8863-7BE5-13D1-A57BFB65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959256-A475-092A-1BAD-0BCFF8DC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946AE8-8DDC-D8D0-26A3-00AFD100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23BEE2-8214-CDEA-B079-891BE78E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E5C716E-B50B-8E21-FF89-2FBB71A2C3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不同的硬件，不同的任务，会对应不同的区间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对不同的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硬件进行了粗略的估算，彼此的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截然不同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进一步的，我们可以估算不同的算法任务的需求，即 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Qs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Qr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类似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GPU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，根据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ridge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大小，就可以判断出</a:t>
            </a:r>
            <a:r>
              <a:rPr lang="en-US" altLang="zh-CN" sz="1600" b="1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FeNOR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-CIM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落在什么区间了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B12549-338C-F191-B4C3-1E4CA1D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" y="3669364"/>
            <a:ext cx="5951149" cy="30810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28BEC2-4E79-975E-3E54-3EDE1EF3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7610"/>
            <a:ext cx="6019800" cy="16347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2BD249-A42F-33A6-CE9E-05A87EB8E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24006"/>
            <a:ext cx="5991440" cy="34263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8388C5-C68E-D004-716F-722172C3D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867" y="1898571"/>
            <a:ext cx="5808133" cy="85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4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2571-8665-09B4-AA35-22D85DA4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2BC601-11AD-4B37-14E9-97FE5179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CCCB0DA-B584-2BA0-B627-67AD5A94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9058B-D8E2-85C2-1EC7-23574C797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97E4037-9F5D-AA07-675D-5B93B763BA2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918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现在正在针对性的，分析不同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存储介质的关键参数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统一的：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28nm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CMOS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外围电路（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AD/DA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），计算参数的方法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6DBD95-8B49-00C9-64A3-17D7FF49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854" y="2225692"/>
            <a:ext cx="5480077" cy="44945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EEBBD8D-F9B6-94E0-26F8-699F3DFF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" y="3261946"/>
            <a:ext cx="6053894" cy="345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9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E5EB-AEBE-D9FE-5957-9E981942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600CBE-E660-8D7E-CEAC-95522A26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CF67BB-DD54-32B8-5E0E-C2856FE2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A4FCD-7F5C-3DDB-B429-0D98B3C1E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 dirty="0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F0788C6-5D5E-F5A6-790A-33AF029F22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427809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现在正在针对性的，分析不同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存储介质的关键参数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不同的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种代表性</a:t>
            </a:r>
            <a:r>
              <a:rPr lang="en-US" altLang="zh-CN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介质：</a:t>
            </a:r>
            <a:endParaRPr lang="en-US" altLang="zh-CN" sz="1600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DCIM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ACIM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2D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NOR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3D</a:t>
            </a:r>
            <a:r>
              <a:rPr lang="zh-CN" altLang="en-US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NAND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RRAM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MRAM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PCM</a:t>
            </a:r>
          </a:p>
          <a:p>
            <a:pPr>
              <a:spcAft>
                <a:spcPts val="600"/>
              </a:spcAft>
            </a:pPr>
            <a:r>
              <a:rPr lang="en-US" altLang="zh-CN" sz="1600" b="1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FeRAM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 dirty="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eDRAM</a:t>
            </a:r>
            <a:endParaRPr lang="en-US" altLang="zh-CN" sz="1600" b="1" dirty="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FeNOR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25EBB9-AE1F-F80B-A8DE-B740F21E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431" y="1055076"/>
            <a:ext cx="4298129" cy="57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44376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mal" id="{5D8C14A8-C438-4388-9D5F-E23EA9C665EC}" vid="{255273D1-3B83-4E5C-AF9B-785BEE898C4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2499</TotalTime>
  <Words>1406</Words>
  <Application>Microsoft Macintosh PowerPoint</Application>
  <PresentationFormat>宽屏</PresentationFormat>
  <Paragraphs>161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黑体</vt:lpstr>
      <vt:lpstr>Arial</vt:lpstr>
      <vt:lpstr>Calibri</vt:lpstr>
      <vt:lpstr>Cambria Math</vt:lpstr>
      <vt:lpstr>Times New Roman</vt:lpstr>
      <vt:lpstr>Normal</vt:lpstr>
      <vt:lpstr>CIM Roofline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 HanY</dc:creator>
  <cp:lastModifiedBy>SHY</cp:lastModifiedBy>
  <cp:revision>1</cp:revision>
  <dcterms:created xsi:type="dcterms:W3CDTF">2025-05-15T02:23:24Z</dcterms:created>
  <dcterms:modified xsi:type="dcterms:W3CDTF">2026-09-08T08:14:43Z</dcterms:modified>
</cp:coreProperties>
</file>