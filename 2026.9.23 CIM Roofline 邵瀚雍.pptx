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3661" r:id="rId1"/>
  </p:sldMasterIdLst>
  <p:notesMasterIdLst>
    <p:notesMasterId r:id="rId29"/>
  </p:notesMasterIdLst>
  <p:sldIdLst>
    <p:sldId id="256" r:id="rId2"/>
    <p:sldId id="390" r:id="rId3"/>
    <p:sldId id="391" r:id="rId4"/>
    <p:sldId id="392" r:id="rId5"/>
    <p:sldId id="393" r:id="rId6"/>
    <p:sldId id="361" r:id="rId7"/>
    <p:sldId id="380" r:id="rId8"/>
    <p:sldId id="381" r:id="rId9"/>
    <p:sldId id="382" r:id="rId10"/>
    <p:sldId id="387" r:id="rId11"/>
    <p:sldId id="388" r:id="rId12"/>
    <p:sldId id="389" r:id="rId13"/>
    <p:sldId id="394" r:id="rId14"/>
    <p:sldId id="395" r:id="rId15"/>
    <p:sldId id="396" r:id="rId16"/>
    <p:sldId id="397" r:id="rId17"/>
    <p:sldId id="398" r:id="rId18"/>
    <p:sldId id="399" r:id="rId19"/>
    <p:sldId id="400" r:id="rId20"/>
    <p:sldId id="401" r:id="rId21"/>
    <p:sldId id="402" r:id="rId22"/>
    <p:sldId id="403" r:id="rId23"/>
    <p:sldId id="404" r:id="rId24"/>
    <p:sldId id="405" r:id="rId25"/>
    <p:sldId id="406" r:id="rId26"/>
    <p:sldId id="407" r:id="rId27"/>
    <p:sldId id="408" r:id="rId28"/>
  </p:sldIdLst>
  <p:sldSz cx="12192000" cy="6858000"/>
  <p:notesSz cx="6858000" cy="9144000"/>
  <p:defaultTextStyle>
    <a:defPPr>
      <a:defRPr lang="en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84379C4-0CE1-4695-AE13-D51139ACAA82}" v="10" dt="2026-09-22T09:15:23.37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9" d="100"/>
          <a:sy n="149" d="100"/>
        </p:scale>
        <p:origin x="612" y="12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35" Type="http://schemas.microsoft.com/office/2015/10/relationships/revisionInfo" Target="revisionInfo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. Shine" userId="fc27ff59f79380b6" providerId="LiveId" clId="{727D2BB6-718A-5CC8-AEE7-01241D467CEF}"/>
    <pc:docChg chg="undo custSel addSld delSld modSld">
      <pc:chgData name="H. Shine" userId="fc27ff59f79380b6" providerId="LiveId" clId="{727D2BB6-718A-5CC8-AEE7-01241D467CEF}" dt="2026-09-08T08:14:32.944" v="467" actId="1076"/>
      <pc:docMkLst>
        <pc:docMk/>
      </pc:docMkLst>
      <pc:sldChg chg="addSp delSp modSp add mod">
        <pc:chgData name="H. Shine" userId="fc27ff59f79380b6" providerId="LiveId" clId="{727D2BB6-718A-5CC8-AEE7-01241D467CEF}" dt="2026-09-08T08:13:00.896" v="264"/>
        <pc:sldMkLst>
          <pc:docMk/>
          <pc:sldMk cId="2128394541" sldId="394"/>
        </pc:sldMkLst>
        <pc:spChg chg="mod">
          <ac:chgData name="H. Shine" userId="fc27ff59f79380b6" providerId="LiveId" clId="{727D2BB6-718A-5CC8-AEE7-01241D467CEF}" dt="2026-09-08T08:12:58.211" v="261" actId="20577"/>
          <ac:spMkLst>
            <pc:docMk/>
            <pc:sldMk cId="2128394541" sldId="394"/>
            <ac:spMk id="5" creationId="{097E4037-9F5D-AA07-675D-5B93B763BA2E}"/>
          </ac:spMkLst>
        </pc:spChg>
        <pc:picChg chg="add mod">
          <ac:chgData name="H. Shine" userId="fc27ff59f79380b6" providerId="LiveId" clId="{727D2BB6-718A-5CC8-AEE7-01241D467CEF}" dt="2026-09-08T08:12:45.292" v="237" actId="14100"/>
          <ac:picMkLst>
            <pc:docMk/>
            <pc:sldMk cId="2128394541" sldId="394"/>
            <ac:picMk id="7" creationId="{486DBD95-8B49-00C9-64A3-17D7FF498146}"/>
          </ac:picMkLst>
        </pc:picChg>
        <pc:picChg chg="add mod">
          <ac:chgData name="H. Shine" userId="fc27ff59f79380b6" providerId="LiveId" clId="{727D2BB6-718A-5CC8-AEE7-01241D467CEF}" dt="2026-09-08T08:12:49.169" v="239" actId="1076"/>
          <ac:picMkLst>
            <pc:docMk/>
            <pc:sldMk cId="2128394541" sldId="394"/>
            <ac:picMk id="8" creationId="{AEEBBD8D-F9B6-94E0-26F8-699F3DFF1590}"/>
          </ac:picMkLst>
        </pc:picChg>
      </pc:sldChg>
      <pc:sldChg chg="addSp delSp modSp add mod">
        <pc:chgData name="H. Shine" userId="fc27ff59f79380b6" providerId="LiveId" clId="{727D2BB6-718A-5CC8-AEE7-01241D467CEF}" dt="2026-09-08T08:14:32.944" v="467" actId="1076"/>
        <pc:sldMkLst>
          <pc:docMk/>
          <pc:sldMk cId="1139044376" sldId="395"/>
        </pc:sldMkLst>
        <pc:spChg chg="mod">
          <ac:chgData name="H. Shine" userId="fc27ff59f79380b6" providerId="LiveId" clId="{727D2BB6-718A-5CC8-AEE7-01241D467CEF}" dt="2026-09-08T08:14:29.696" v="464" actId="20577"/>
          <ac:spMkLst>
            <pc:docMk/>
            <pc:sldMk cId="1139044376" sldId="395"/>
            <ac:spMk id="5" creationId="{4F0788C6-5D5E-F5A6-790A-33AF029F223D}"/>
          </ac:spMkLst>
        </pc:spChg>
        <pc:picChg chg="add mod">
          <ac:chgData name="H. Shine" userId="fc27ff59f79380b6" providerId="LiveId" clId="{727D2BB6-718A-5CC8-AEE7-01241D467CEF}" dt="2026-09-08T08:14:32.944" v="467" actId="1076"/>
          <ac:picMkLst>
            <pc:docMk/>
            <pc:sldMk cId="1139044376" sldId="395"/>
            <ac:picMk id="6" creationId="{AC25EBB9-AE1F-F80B-A8DE-B740F21E5CF0}"/>
          </ac:picMkLst>
        </pc:picChg>
      </pc:sldChg>
    </pc:docChg>
  </pc:docChgLst>
  <pc:docChgLst>
    <pc:chgData name="H. Shine" userId="fc27ff59f79380b6" providerId="LiveId" clId="{49B3E6E0-4B1E-4AD6-A829-DE648B7A64C9}"/>
    <pc:docChg chg="undo custSel addSld delSld modSld sldOrd">
      <pc:chgData name="H. Shine" userId="fc27ff59f79380b6" providerId="LiveId" clId="{49B3E6E0-4B1E-4AD6-A829-DE648B7A64C9}" dt="2026-09-22T09:15:46.615" v="920" actId="1076"/>
      <pc:docMkLst>
        <pc:docMk/>
      </pc:docMkLst>
      <pc:sldChg chg="modSp mod">
        <pc:chgData name="H. Shine" userId="fc27ff59f79380b6" providerId="LiveId" clId="{49B3E6E0-4B1E-4AD6-A829-DE648B7A64C9}" dt="2026-09-07T07:59:45.773" v="21" actId="20577"/>
        <pc:sldMkLst>
          <pc:docMk/>
          <pc:sldMk cId="1619921417" sldId="256"/>
        </pc:sldMkLst>
        <pc:spChg chg="mod">
          <ac:chgData name="H. Shine" userId="fc27ff59f79380b6" providerId="LiveId" clId="{49B3E6E0-4B1E-4AD6-A829-DE648B7A64C9}" dt="2026-09-07T07:59:33.778" v="5" actId="20577"/>
          <ac:spMkLst>
            <pc:docMk/>
            <pc:sldMk cId="1619921417" sldId="256"/>
            <ac:spMk id="2" creationId="{49ECD174-10B3-A233-9B16-EF4C324B0B7A}"/>
          </ac:spMkLst>
        </pc:spChg>
        <pc:spChg chg="mod">
          <ac:chgData name="H. Shine" userId="fc27ff59f79380b6" providerId="LiveId" clId="{49B3E6E0-4B1E-4AD6-A829-DE648B7A64C9}" dt="2026-09-07T07:59:39.347" v="19" actId="20577"/>
          <ac:spMkLst>
            <pc:docMk/>
            <pc:sldMk cId="1619921417" sldId="256"/>
            <ac:spMk id="3" creationId="{20795EDB-880E-5C16-E53C-473F73C876E1}"/>
          </ac:spMkLst>
        </pc:spChg>
        <pc:spChg chg="mod">
          <ac:chgData name="H. Shine" userId="fc27ff59f79380b6" providerId="LiveId" clId="{49B3E6E0-4B1E-4AD6-A829-DE648B7A64C9}" dt="2026-09-07T07:59:45.773" v="21" actId="20577"/>
          <ac:spMkLst>
            <pc:docMk/>
            <pc:sldMk cId="1619921417" sldId="256"/>
            <ac:spMk id="4" creationId="{986E41AB-95C1-5582-9161-167D561066F5}"/>
          </ac:spMkLst>
        </pc:spChg>
      </pc:sldChg>
      <pc:sldChg chg="modSp add">
        <pc:chgData name="H. Shine" userId="fc27ff59f79380b6" providerId="LiveId" clId="{49B3E6E0-4B1E-4AD6-A829-DE648B7A64C9}" dt="2026-09-07T09:19:38.778" v="831"/>
        <pc:sldMkLst>
          <pc:docMk/>
          <pc:sldMk cId="1755483739" sldId="361"/>
        </pc:sldMkLst>
        <pc:spChg chg="mod">
          <ac:chgData name="H. Shine" userId="fc27ff59f79380b6" providerId="LiveId" clId="{49B3E6E0-4B1E-4AD6-A829-DE648B7A64C9}" dt="2026-09-07T09:19:27.418" v="824"/>
          <ac:spMkLst>
            <pc:docMk/>
            <pc:sldMk cId="1755483739" sldId="361"/>
            <ac:spMk id="3" creationId="{954398CF-044B-CA30-6B04-98BAB850B29E}"/>
          </ac:spMkLst>
        </pc:spChg>
        <pc:spChg chg="mod">
          <ac:chgData name="H. Shine" userId="fc27ff59f79380b6" providerId="LiveId" clId="{49B3E6E0-4B1E-4AD6-A829-DE648B7A64C9}" dt="2026-09-07T09:19:38.778" v="831"/>
          <ac:spMkLst>
            <pc:docMk/>
            <pc:sldMk cId="1755483739" sldId="361"/>
            <ac:spMk id="4" creationId="{C01823E8-8D90-841F-60E7-1CC6591856C3}"/>
          </ac:spMkLst>
        </pc:spChg>
      </pc:sldChg>
      <pc:sldChg chg="modSp add">
        <pc:chgData name="H. Shine" userId="fc27ff59f79380b6" providerId="LiveId" clId="{49B3E6E0-4B1E-4AD6-A829-DE648B7A64C9}" dt="2026-09-07T09:19:50.910" v="834"/>
        <pc:sldMkLst>
          <pc:docMk/>
          <pc:sldMk cId="3685055001" sldId="380"/>
        </pc:sldMkLst>
        <pc:spChg chg="mod">
          <ac:chgData name="H. Shine" userId="fc27ff59f79380b6" providerId="LiveId" clId="{49B3E6E0-4B1E-4AD6-A829-DE648B7A64C9}" dt="2026-09-07T09:19:30.012" v="827"/>
          <ac:spMkLst>
            <pc:docMk/>
            <pc:sldMk cId="3685055001" sldId="380"/>
            <ac:spMk id="3" creationId="{5A95E173-2666-C14A-B386-A407E623A109}"/>
          </ac:spMkLst>
        </pc:spChg>
        <pc:spChg chg="mod">
          <ac:chgData name="H. Shine" userId="fc27ff59f79380b6" providerId="LiveId" clId="{49B3E6E0-4B1E-4AD6-A829-DE648B7A64C9}" dt="2026-09-07T09:19:50.910" v="834"/>
          <ac:spMkLst>
            <pc:docMk/>
            <pc:sldMk cId="3685055001" sldId="380"/>
            <ac:spMk id="4" creationId="{6AEDCBDE-96DE-1696-B36B-5741F4E8F3BA}"/>
          </ac:spMkLst>
        </pc:spChg>
      </pc:sldChg>
      <pc:sldChg chg="modSp add">
        <pc:chgData name="H. Shine" userId="fc27ff59f79380b6" providerId="LiveId" clId="{49B3E6E0-4B1E-4AD6-A829-DE648B7A64C9}" dt="2026-09-07T09:19:53.093" v="835"/>
        <pc:sldMkLst>
          <pc:docMk/>
          <pc:sldMk cId="432286981" sldId="381"/>
        </pc:sldMkLst>
        <pc:spChg chg="mod">
          <ac:chgData name="H. Shine" userId="fc27ff59f79380b6" providerId="LiveId" clId="{49B3E6E0-4B1E-4AD6-A829-DE648B7A64C9}" dt="2026-09-07T09:19:31.034" v="828"/>
          <ac:spMkLst>
            <pc:docMk/>
            <pc:sldMk cId="432286981" sldId="381"/>
            <ac:spMk id="3" creationId="{F9313387-7B5F-DF4A-B532-C1A9CF983443}"/>
          </ac:spMkLst>
        </pc:spChg>
        <pc:spChg chg="mod">
          <ac:chgData name="H. Shine" userId="fc27ff59f79380b6" providerId="LiveId" clId="{49B3E6E0-4B1E-4AD6-A829-DE648B7A64C9}" dt="2026-09-07T09:19:53.093" v="835"/>
          <ac:spMkLst>
            <pc:docMk/>
            <pc:sldMk cId="432286981" sldId="381"/>
            <ac:spMk id="4" creationId="{CB1C1BDE-821C-7D29-A76C-08BDB312FFF1}"/>
          </ac:spMkLst>
        </pc:spChg>
      </pc:sldChg>
      <pc:sldChg chg="modSp add">
        <pc:chgData name="H. Shine" userId="fc27ff59f79380b6" providerId="LiveId" clId="{49B3E6E0-4B1E-4AD6-A829-DE648B7A64C9}" dt="2026-09-07T09:19:54.791" v="836"/>
        <pc:sldMkLst>
          <pc:docMk/>
          <pc:sldMk cId="3801663006" sldId="382"/>
        </pc:sldMkLst>
        <pc:spChg chg="mod">
          <ac:chgData name="H. Shine" userId="fc27ff59f79380b6" providerId="LiveId" clId="{49B3E6E0-4B1E-4AD6-A829-DE648B7A64C9}" dt="2026-09-07T09:19:32.393" v="829"/>
          <ac:spMkLst>
            <pc:docMk/>
            <pc:sldMk cId="3801663006" sldId="382"/>
            <ac:spMk id="3" creationId="{93EB0264-D161-6203-90AA-697CE41576E6}"/>
          </ac:spMkLst>
        </pc:spChg>
        <pc:spChg chg="mod">
          <ac:chgData name="H. Shine" userId="fc27ff59f79380b6" providerId="LiveId" clId="{49B3E6E0-4B1E-4AD6-A829-DE648B7A64C9}" dt="2026-09-07T09:19:54.791" v="836"/>
          <ac:spMkLst>
            <pc:docMk/>
            <pc:sldMk cId="3801663006" sldId="382"/>
            <ac:spMk id="4" creationId="{A428565C-C41C-A3C2-3442-C2723653FD52}"/>
          </ac:spMkLst>
        </pc:spChg>
      </pc:sldChg>
      <pc:sldChg chg="modSp add ord">
        <pc:chgData name="H. Shine" userId="fc27ff59f79380b6" providerId="LiveId" clId="{49B3E6E0-4B1E-4AD6-A829-DE648B7A64C9}" dt="2026-09-07T09:18:14.128" v="816"/>
        <pc:sldMkLst>
          <pc:docMk/>
          <pc:sldMk cId="1808672707" sldId="387"/>
        </pc:sldMkLst>
        <pc:spChg chg="mod">
          <ac:chgData name="H. Shine" userId="fc27ff59f79380b6" providerId="LiveId" clId="{49B3E6E0-4B1E-4AD6-A829-DE648B7A64C9}" dt="2026-09-07T09:17:41.886" v="784"/>
          <ac:spMkLst>
            <pc:docMk/>
            <pc:sldMk cId="1808672707" sldId="387"/>
            <ac:spMk id="3" creationId="{3ACDABE2-A0F4-308D-5B4E-18093B0FFF1E}"/>
          </ac:spMkLst>
        </pc:spChg>
        <pc:spChg chg="mod">
          <ac:chgData name="H. Shine" userId="fc27ff59f79380b6" providerId="LiveId" clId="{49B3E6E0-4B1E-4AD6-A829-DE648B7A64C9}" dt="2026-09-07T09:18:08.863" v="814"/>
          <ac:spMkLst>
            <pc:docMk/>
            <pc:sldMk cId="1808672707" sldId="387"/>
            <ac:spMk id="4" creationId="{D159C537-381F-D19A-EFF9-B24CADE8824C}"/>
          </ac:spMkLst>
        </pc:spChg>
      </pc:sldChg>
      <pc:sldChg chg="modSp add">
        <pc:chgData name="H. Shine" userId="fc27ff59f79380b6" providerId="LiveId" clId="{49B3E6E0-4B1E-4AD6-A829-DE648B7A64C9}" dt="2026-09-07T09:18:18.752" v="818"/>
        <pc:sldMkLst>
          <pc:docMk/>
          <pc:sldMk cId="1192308576" sldId="388"/>
        </pc:sldMkLst>
        <pc:spChg chg="mod">
          <ac:chgData name="H. Shine" userId="fc27ff59f79380b6" providerId="LiveId" clId="{49B3E6E0-4B1E-4AD6-A829-DE648B7A64C9}" dt="2026-09-07T09:17:42.762" v="785"/>
          <ac:spMkLst>
            <pc:docMk/>
            <pc:sldMk cId="1192308576" sldId="388"/>
            <ac:spMk id="3" creationId="{3DFFA0E4-41EE-CA11-2D67-46B161D68422}"/>
          </ac:spMkLst>
        </pc:spChg>
        <pc:spChg chg="mod">
          <ac:chgData name="H. Shine" userId="fc27ff59f79380b6" providerId="LiveId" clId="{49B3E6E0-4B1E-4AD6-A829-DE648B7A64C9}" dt="2026-09-07T09:18:18.752" v="818"/>
          <ac:spMkLst>
            <pc:docMk/>
            <pc:sldMk cId="1192308576" sldId="388"/>
            <ac:spMk id="4" creationId="{F7836FBF-D1AE-3D57-5A2F-56BC4E40645B}"/>
          </ac:spMkLst>
        </pc:spChg>
      </pc:sldChg>
      <pc:sldChg chg="modSp add">
        <pc:chgData name="H. Shine" userId="fc27ff59f79380b6" providerId="LiveId" clId="{49B3E6E0-4B1E-4AD6-A829-DE648B7A64C9}" dt="2026-09-07T09:18:21.739" v="819"/>
        <pc:sldMkLst>
          <pc:docMk/>
          <pc:sldMk cId="4100147550" sldId="389"/>
        </pc:sldMkLst>
        <pc:spChg chg="mod">
          <ac:chgData name="H. Shine" userId="fc27ff59f79380b6" providerId="LiveId" clId="{49B3E6E0-4B1E-4AD6-A829-DE648B7A64C9}" dt="2026-09-07T09:17:44.176" v="786"/>
          <ac:spMkLst>
            <pc:docMk/>
            <pc:sldMk cId="4100147550" sldId="389"/>
            <ac:spMk id="3" creationId="{F9946AE8-8DDC-D8D0-26A3-00AFD100679F}"/>
          </ac:spMkLst>
        </pc:spChg>
        <pc:spChg chg="mod">
          <ac:chgData name="H. Shine" userId="fc27ff59f79380b6" providerId="LiveId" clId="{49B3E6E0-4B1E-4AD6-A829-DE648B7A64C9}" dt="2026-09-07T09:18:21.739" v="819"/>
          <ac:spMkLst>
            <pc:docMk/>
            <pc:sldMk cId="4100147550" sldId="389"/>
            <ac:spMk id="4" creationId="{AA23BEE2-8214-CDEA-B079-891BE78E96AD}"/>
          </ac:spMkLst>
        </pc:spChg>
      </pc:sldChg>
      <pc:sldChg chg="delSp modSp add mod">
        <pc:chgData name="H. Shine" userId="fc27ff59f79380b6" providerId="LiveId" clId="{49B3E6E0-4B1E-4AD6-A829-DE648B7A64C9}" dt="2026-09-07T08:52:01.998" v="311" actId="113"/>
        <pc:sldMkLst>
          <pc:docMk/>
          <pc:sldMk cId="1694393957" sldId="390"/>
        </pc:sldMkLst>
        <pc:spChg chg="mod">
          <ac:chgData name="H. Shine" userId="fc27ff59f79380b6" providerId="LiveId" clId="{49B3E6E0-4B1E-4AD6-A829-DE648B7A64C9}" dt="2026-09-07T08:37:33.627" v="29"/>
          <ac:spMkLst>
            <pc:docMk/>
            <pc:sldMk cId="1694393957" sldId="390"/>
            <ac:spMk id="3" creationId="{EB43C732-6222-0D33-66C4-0F06A2A931A9}"/>
          </ac:spMkLst>
        </pc:spChg>
        <pc:spChg chg="mod">
          <ac:chgData name="H. Shine" userId="fc27ff59f79380b6" providerId="LiveId" clId="{49B3E6E0-4B1E-4AD6-A829-DE648B7A64C9}" dt="2026-09-07T08:37:36.576" v="39"/>
          <ac:spMkLst>
            <pc:docMk/>
            <pc:sldMk cId="1694393957" sldId="390"/>
            <ac:spMk id="4" creationId="{4D331936-B8FC-A114-96B6-115568608E67}"/>
          </ac:spMkLst>
        </pc:spChg>
        <pc:spChg chg="mod">
          <ac:chgData name="H. Shine" userId="fc27ff59f79380b6" providerId="LiveId" clId="{49B3E6E0-4B1E-4AD6-A829-DE648B7A64C9}" dt="2026-09-07T08:52:01.998" v="311" actId="113"/>
          <ac:spMkLst>
            <pc:docMk/>
            <pc:sldMk cId="1694393957" sldId="390"/>
            <ac:spMk id="5" creationId="{F4C4292A-00AF-89A9-47AE-A42F32DB06C7}"/>
          </ac:spMkLst>
        </pc:spChg>
      </pc:sldChg>
      <pc:sldChg chg="addSp modSp add mod">
        <pc:chgData name="H. Shine" userId="fc27ff59f79380b6" providerId="LiveId" clId="{49B3E6E0-4B1E-4AD6-A829-DE648B7A64C9}" dt="2026-09-07T09:21:46.312" v="862"/>
        <pc:sldMkLst>
          <pc:docMk/>
          <pc:sldMk cId="3696902999" sldId="391"/>
        </pc:sldMkLst>
        <pc:spChg chg="mod">
          <ac:chgData name="H. Shine" userId="fc27ff59f79380b6" providerId="LiveId" clId="{49B3E6E0-4B1E-4AD6-A829-DE648B7A64C9}" dt="2026-09-07T09:21:46.312" v="862"/>
          <ac:spMkLst>
            <pc:docMk/>
            <pc:sldMk cId="3696902999" sldId="391"/>
            <ac:spMk id="4" creationId="{B6C0E3AC-03A4-7CF3-1112-EB7DFA38E5F7}"/>
          </ac:spMkLst>
        </pc:spChg>
        <pc:spChg chg="mod">
          <ac:chgData name="H. Shine" userId="fc27ff59f79380b6" providerId="LiveId" clId="{49B3E6E0-4B1E-4AD6-A829-DE648B7A64C9}" dt="2026-09-07T08:52:43.846" v="346" actId="20577"/>
          <ac:spMkLst>
            <pc:docMk/>
            <pc:sldMk cId="3696902999" sldId="391"/>
            <ac:spMk id="5" creationId="{2D44965C-E949-7CE1-DCFE-1185A0489000}"/>
          </ac:spMkLst>
        </pc:spChg>
        <pc:graphicFrameChg chg="add mod modGraphic">
          <ac:chgData name="H. Shine" userId="fc27ff59f79380b6" providerId="LiveId" clId="{49B3E6E0-4B1E-4AD6-A829-DE648B7A64C9}" dt="2026-09-07T08:58:43.395" v="413" actId="113"/>
          <ac:graphicFrameMkLst>
            <pc:docMk/>
            <pc:sldMk cId="3696902999" sldId="391"/>
            <ac:graphicFrameMk id="7" creationId="{557D2015-5D19-5765-418C-7B4BE2849380}"/>
          </ac:graphicFrameMkLst>
        </pc:graphicFrameChg>
      </pc:sldChg>
      <pc:sldChg chg="addSp delSp modSp add mod ord">
        <pc:chgData name="H. Shine" userId="fc27ff59f79380b6" providerId="LiveId" clId="{49B3E6E0-4B1E-4AD6-A829-DE648B7A64C9}" dt="2026-09-07T09:21:52.622" v="866"/>
        <pc:sldMkLst>
          <pc:docMk/>
          <pc:sldMk cId="3710890351" sldId="392"/>
        </pc:sldMkLst>
        <pc:spChg chg="mod">
          <ac:chgData name="H. Shine" userId="fc27ff59f79380b6" providerId="LiveId" clId="{49B3E6E0-4B1E-4AD6-A829-DE648B7A64C9}" dt="2026-09-07T09:20:09.668" v="852"/>
          <ac:spMkLst>
            <pc:docMk/>
            <pc:sldMk cId="3710890351" sldId="392"/>
            <ac:spMk id="4" creationId="{D22BD0C9-46BE-582A-F511-F0175EADF3F9}"/>
          </ac:spMkLst>
        </pc:spChg>
        <pc:spChg chg="mod">
          <ac:chgData name="H. Shine" userId="fc27ff59f79380b6" providerId="LiveId" clId="{49B3E6E0-4B1E-4AD6-A829-DE648B7A64C9}" dt="2026-09-07T09:15:12.615" v="767"/>
          <ac:spMkLst>
            <pc:docMk/>
            <pc:sldMk cId="3710890351" sldId="392"/>
            <ac:spMk id="5" creationId="{0DBBD2F2-350B-EDEC-80D2-58D2960636AC}"/>
          </ac:spMkLst>
        </pc:spChg>
        <pc:graphicFrameChg chg="add mod modGraphic">
          <ac:chgData name="H. Shine" userId="fc27ff59f79380b6" providerId="LiveId" clId="{49B3E6E0-4B1E-4AD6-A829-DE648B7A64C9}" dt="2026-09-07T09:14:56.850" v="752" actId="1076"/>
          <ac:graphicFrameMkLst>
            <pc:docMk/>
            <pc:sldMk cId="3710890351" sldId="392"/>
            <ac:graphicFrameMk id="6" creationId="{B9F2A716-5000-DB6B-03ED-4D00880F9208}"/>
          </ac:graphicFrameMkLst>
        </pc:graphicFrameChg>
      </pc:sldChg>
      <pc:sldChg chg="addSp delSp modSp add mod ord">
        <pc:chgData name="H. Shine" userId="fc27ff59f79380b6" providerId="LiveId" clId="{49B3E6E0-4B1E-4AD6-A829-DE648B7A64C9}" dt="2026-09-07T09:19:20.901" v="822"/>
        <pc:sldMkLst>
          <pc:docMk/>
          <pc:sldMk cId="2446773611" sldId="393"/>
        </pc:sldMkLst>
        <pc:spChg chg="mod">
          <ac:chgData name="H. Shine" userId="fc27ff59f79380b6" providerId="LiveId" clId="{49B3E6E0-4B1E-4AD6-A829-DE648B7A64C9}" dt="2026-09-07T09:17:55.092" v="794" actId="20577"/>
          <ac:spMkLst>
            <pc:docMk/>
            <pc:sldMk cId="2446773611" sldId="393"/>
            <ac:spMk id="4" creationId="{934603AE-4E3E-69B1-063B-D0BE15B1EFCC}"/>
          </ac:spMkLst>
        </pc:spChg>
        <pc:spChg chg="mod">
          <ac:chgData name="H. Shine" userId="fc27ff59f79380b6" providerId="LiveId" clId="{49B3E6E0-4B1E-4AD6-A829-DE648B7A64C9}" dt="2026-09-07T09:09:58.518" v="660" actId="20577"/>
          <ac:spMkLst>
            <pc:docMk/>
            <pc:sldMk cId="2446773611" sldId="393"/>
            <ac:spMk id="5" creationId="{CB0EB615-3EBC-5A97-4FF6-6804449B6E42}"/>
          </ac:spMkLst>
        </pc:spChg>
        <pc:picChg chg="add mod">
          <ac:chgData name="H. Shine" userId="fc27ff59f79380b6" providerId="LiveId" clId="{49B3E6E0-4B1E-4AD6-A829-DE648B7A64C9}" dt="2026-09-07T09:16:50.705" v="772" actId="1076"/>
          <ac:picMkLst>
            <pc:docMk/>
            <pc:sldMk cId="2446773611" sldId="393"/>
            <ac:picMk id="8" creationId="{08968525-8DE5-FC5D-B471-A3F2030B11FF}"/>
          </ac:picMkLst>
        </pc:picChg>
        <pc:picChg chg="add mod">
          <ac:chgData name="H. Shine" userId="fc27ff59f79380b6" providerId="LiveId" clId="{49B3E6E0-4B1E-4AD6-A829-DE648B7A64C9}" dt="2026-09-07T09:16:53.493" v="774" actId="1076"/>
          <ac:picMkLst>
            <pc:docMk/>
            <pc:sldMk cId="2446773611" sldId="393"/>
            <ac:picMk id="10" creationId="{A4A53050-3EF9-4ABB-B957-2370911AA5B0}"/>
          </ac:picMkLst>
        </pc:picChg>
        <pc:picChg chg="add mod">
          <ac:chgData name="H. Shine" userId="fc27ff59f79380b6" providerId="LiveId" clId="{49B3E6E0-4B1E-4AD6-A829-DE648B7A64C9}" dt="2026-09-07T09:16:55.253" v="775" actId="1076"/>
          <ac:picMkLst>
            <pc:docMk/>
            <pc:sldMk cId="2446773611" sldId="393"/>
            <ac:picMk id="12" creationId="{2DC937E6-EDAD-AD7C-D20D-510F3B123307}"/>
          </ac:picMkLst>
        </pc:picChg>
        <pc:picChg chg="add mod">
          <ac:chgData name="H. Shine" userId="fc27ff59f79380b6" providerId="LiveId" clId="{49B3E6E0-4B1E-4AD6-A829-DE648B7A64C9}" dt="2026-09-07T09:17:02.635" v="780" actId="14100"/>
          <ac:picMkLst>
            <pc:docMk/>
            <pc:sldMk cId="2446773611" sldId="393"/>
            <ac:picMk id="14" creationId="{E66F20D6-9BC6-8936-6C80-ACE8CFAE666C}"/>
          </ac:picMkLst>
        </pc:picChg>
      </pc:sldChg>
      <pc:sldChg chg="modSp">
        <pc:chgData name="H. Shine" userId="fc27ff59f79380b6" providerId="LiveId" clId="{49B3E6E0-4B1E-4AD6-A829-DE648B7A64C9}" dt="2026-09-22T09:11:08.878" v="867"/>
        <pc:sldMkLst>
          <pc:docMk/>
          <pc:sldMk cId="1139044376" sldId="395"/>
        </pc:sldMkLst>
        <pc:spChg chg="mod">
          <ac:chgData name="H. Shine" userId="fc27ff59f79380b6" providerId="LiveId" clId="{49B3E6E0-4B1E-4AD6-A829-DE648B7A64C9}" dt="2026-09-22T09:11:08.878" v="867"/>
          <ac:spMkLst>
            <pc:docMk/>
            <pc:sldMk cId="1139044376" sldId="395"/>
            <ac:spMk id="4" creationId="{054A4FCD-7F5C-3DDB-B429-0D98B3C1E758}"/>
          </ac:spMkLst>
        </pc:spChg>
      </pc:sldChg>
      <pc:sldChg chg="delSp modSp add mod">
        <pc:chgData name="H. Shine" userId="fc27ff59f79380b6" providerId="LiveId" clId="{49B3E6E0-4B1E-4AD6-A829-DE648B7A64C9}" dt="2026-09-22T09:15:46.615" v="920" actId="1076"/>
        <pc:sldMkLst>
          <pc:docMk/>
          <pc:sldMk cId="4029090939" sldId="408"/>
        </pc:sldMkLst>
        <pc:spChg chg="mod">
          <ac:chgData name="H. Shine" userId="fc27ff59f79380b6" providerId="LiveId" clId="{49B3E6E0-4B1E-4AD6-A829-DE648B7A64C9}" dt="2026-09-22T09:15:23.370" v="910"/>
          <ac:spMkLst>
            <pc:docMk/>
            <pc:sldMk cId="4029090939" sldId="408"/>
            <ac:spMk id="4" creationId="{E4EE2750-6657-8F49-4EFA-1156BE541964}"/>
          </ac:spMkLst>
        </pc:spChg>
        <pc:spChg chg="mod">
          <ac:chgData name="H. Shine" userId="fc27ff59f79380b6" providerId="LiveId" clId="{49B3E6E0-4B1E-4AD6-A829-DE648B7A64C9}" dt="2026-09-22T09:15:32.113" v="914" actId="20577"/>
          <ac:spMkLst>
            <pc:docMk/>
            <pc:sldMk cId="4029090939" sldId="408"/>
            <ac:spMk id="5" creationId="{9BC72FD4-F934-7212-E7AB-B36B2B9AEAF1}"/>
          </ac:spMkLst>
        </pc:spChg>
        <pc:picChg chg="mod">
          <ac:chgData name="H. Shine" userId="fc27ff59f79380b6" providerId="LiveId" clId="{49B3E6E0-4B1E-4AD6-A829-DE648B7A64C9}" dt="2026-09-22T09:15:44.330" v="918" actId="1076"/>
          <ac:picMkLst>
            <pc:docMk/>
            <pc:sldMk cId="4029090939" sldId="408"/>
            <ac:picMk id="6" creationId="{D3CFB818-D29C-FF79-7048-4D29E2839F1D}"/>
          </ac:picMkLst>
        </pc:picChg>
        <pc:picChg chg="mod">
          <ac:chgData name="H. Shine" userId="fc27ff59f79380b6" providerId="LiveId" clId="{49B3E6E0-4B1E-4AD6-A829-DE648B7A64C9}" dt="2026-09-22T09:15:41.945" v="917" actId="1076"/>
          <ac:picMkLst>
            <pc:docMk/>
            <pc:sldMk cId="4029090939" sldId="408"/>
            <ac:picMk id="10" creationId="{CCB26D37-53AC-B580-00F9-D53D93CF60D7}"/>
          </ac:picMkLst>
        </pc:picChg>
        <pc:picChg chg="del">
          <ac:chgData name="H. Shine" userId="fc27ff59f79380b6" providerId="LiveId" clId="{49B3E6E0-4B1E-4AD6-A829-DE648B7A64C9}" dt="2026-09-22T09:15:25.224" v="911" actId="478"/>
          <ac:picMkLst>
            <pc:docMk/>
            <pc:sldMk cId="4029090939" sldId="408"/>
            <ac:picMk id="12" creationId="{71FDD60E-7251-1390-687C-BABB44417FA1}"/>
          </ac:picMkLst>
        </pc:picChg>
        <pc:picChg chg="mod">
          <ac:chgData name="H. Shine" userId="fc27ff59f79380b6" providerId="LiveId" clId="{49B3E6E0-4B1E-4AD6-A829-DE648B7A64C9}" dt="2026-09-22T09:15:46.615" v="920" actId="1076"/>
          <ac:picMkLst>
            <pc:docMk/>
            <pc:sldMk cId="4029090939" sldId="408"/>
            <ac:picMk id="13" creationId="{9ABEB855-FB48-A316-33C1-99411337F2DB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11C8C9-373A-574A-9755-80D04E77005E}" type="datetimeFigureOut">
              <a:rPr kumimoji="1" lang="zh-CN" altLang="en-US" smtClean="0"/>
              <a:t>2026/9/22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1762D5B-0E32-3D49-B207-A22F47C1AAF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174064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762D5B-0E32-3D49-B207-A22F47C1AAFC}" type="slidenum">
              <a:rPr kumimoji="1" lang="zh-CN" altLang="en-US" smtClean="0"/>
              <a:t>13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6222249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1">
            <a:extLst>
              <a:ext uri="{FF2B5EF4-FFF2-40B4-BE49-F238E27FC236}">
                <a16:creationId xmlns:a16="http://schemas.microsoft.com/office/drawing/2014/main" id="{3924D012-9870-8CCD-327D-D716194808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6000" y="1919814"/>
            <a:ext cx="10800000" cy="720000"/>
          </a:xfrm>
        </p:spPr>
        <p:txBody>
          <a:bodyPr anchor="ctr"/>
          <a:lstStyle>
            <a:lvl1pPr algn="ctr">
              <a:lnSpc>
                <a:spcPct val="100000"/>
              </a:lnSpc>
              <a:defRPr sz="4400">
                <a:latin typeface="+mn-lt"/>
                <a:ea typeface="+mn-ea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11" name="副标题 2">
            <a:extLst>
              <a:ext uri="{FF2B5EF4-FFF2-40B4-BE49-F238E27FC236}">
                <a16:creationId xmlns:a16="http://schemas.microsoft.com/office/drawing/2014/main" id="{129AA503-B0A9-9931-7E36-E2ECA53A1B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76000" y="2999814"/>
            <a:ext cx="8640000" cy="360000"/>
          </a:xfrm>
        </p:spPr>
        <p:txBody>
          <a:bodyPr lIns="0" tIns="0" rIns="0" bIns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  <a:buNone/>
              <a:defRPr sz="2800">
                <a:latin typeface="Calibri" panose="020F0502020204030204" pitchFamily="34" charset="0"/>
                <a:ea typeface="楷体" panose="02010609060101010101" pitchFamily="49" charset="-122"/>
                <a:cs typeface="Calibri" panose="020F050202020403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12" name="Rectangle 4">
            <a:extLst>
              <a:ext uri="{FF2B5EF4-FFF2-40B4-BE49-F238E27FC236}">
                <a16:creationId xmlns:a16="http://schemas.microsoft.com/office/drawing/2014/main" id="{BC5547B0-9B5F-C147-C120-6BA50F5B56F8}"/>
              </a:ext>
            </a:extLst>
          </p:cNvPr>
          <p:cNvSpPr/>
          <p:nvPr/>
        </p:nvSpPr>
        <p:spPr>
          <a:xfrm>
            <a:off x="1596000" y="2639814"/>
            <a:ext cx="9000000" cy="108000"/>
          </a:xfrm>
          <a:prstGeom prst="rect">
            <a:avLst/>
          </a:prstGeom>
          <a:solidFill>
            <a:srgbClr val="B3010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13" name="内容占位符 2">
            <a:extLst>
              <a:ext uri="{FF2B5EF4-FFF2-40B4-BE49-F238E27FC236}">
                <a16:creationId xmlns:a16="http://schemas.microsoft.com/office/drawing/2014/main" id="{2644168D-C717-FB2E-66E3-EFB6C811121C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096000" y="4358352"/>
            <a:ext cx="4320000" cy="369332"/>
          </a:xfrm>
          <a:noFill/>
        </p:spPr>
        <p:txBody>
          <a:bodyPr vert="horz" wrap="square" lIns="0" tIns="0" rIns="0" bIns="0" rtlCol="0">
            <a:spAutoFit/>
          </a:bodyPr>
          <a:lstStyle>
            <a:lvl1pPr marL="0" indent="0" algn="r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  <a:buNone/>
              <a:defRPr lang="zh-CN" altLang="en-US" sz="2400" b="0" smtClean="0">
                <a:solidFill>
                  <a:prstClr val="black"/>
                </a:solidFill>
                <a:latin typeface="Calibri" panose="020F0502020204030204" pitchFamily="34" charset="0"/>
                <a:ea typeface="楷体" panose="02010609060101010101" pitchFamily="49" charset="-122"/>
                <a:cs typeface="Calibri" panose="020F0502020204030204" pitchFamily="34" charset="0"/>
              </a:defRPr>
            </a:lvl1pPr>
            <a:lvl2pPr>
              <a:defRPr lang="zh-CN" altLang="en-US" sz="1800" smtClean="0"/>
            </a:lvl2pPr>
            <a:lvl3pPr>
              <a:defRPr lang="zh-CN" altLang="en-US" sz="1800" smtClean="0"/>
            </a:lvl3pPr>
            <a:lvl4pPr>
              <a:defRPr lang="zh-CN" altLang="en-US" smtClean="0"/>
            </a:lvl4pPr>
            <a:lvl5pPr>
              <a:defRPr lang="zh-CN" altLang="en-US"/>
            </a:lvl5pPr>
          </a:lstStyle>
          <a:p>
            <a:pPr marL="228600" marR="0" lvl="0" indent="-228600" defTabSz="45360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</a:pPr>
            <a:r>
              <a:rPr lang="zh-CN" altLang="en-US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18226968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4">
            <a:extLst>
              <a:ext uri="{FF2B5EF4-FFF2-40B4-BE49-F238E27FC236}">
                <a16:creationId xmlns:a16="http://schemas.microsoft.com/office/drawing/2014/main" id="{D3C09576-93C5-73E0-8669-5F4672A66030}"/>
              </a:ext>
            </a:extLst>
          </p:cNvPr>
          <p:cNvSpPr/>
          <p:nvPr/>
        </p:nvSpPr>
        <p:spPr>
          <a:xfrm>
            <a:off x="388880" y="874599"/>
            <a:ext cx="10800000" cy="90000"/>
          </a:xfrm>
          <a:prstGeom prst="rect">
            <a:avLst/>
          </a:prstGeom>
          <a:gradFill flip="none" rotWithShape="1">
            <a:gsLst>
              <a:gs pos="100000">
                <a:schemeClr val="bg1"/>
              </a:gs>
              <a:gs pos="10000">
                <a:srgbClr val="C00000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N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楷体"/>
              <a:cs typeface="+mn-cs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EC101C61-3147-A619-EB69-D997B22019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5125"/>
            <a:ext cx="360000" cy="360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C00000"/>
                </a:solidFill>
              </a:defRPr>
            </a:lvl1pPr>
          </a:lstStyle>
          <a:p>
            <a:fld id="{0EEC669C-3A94-5645-80F3-ED04B501DFEC}" type="slidenum">
              <a:rPr lang="en-US" altLang="zh-CN" smtClean="0"/>
              <a:pPr/>
              <a:t>‹#›</a:t>
            </a:fld>
            <a:endParaRPr lang="zh-CN" altLang="en-US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AB99EF7B-0F9F-9E03-FEEF-5C8F46E4EC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8880" y="294643"/>
            <a:ext cx="10800000" cy="576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defRPr sz="3600" b="1" baseline="0">
                <a:latin typeface="Calibri" panose="020F0502020204030204" pitchFamily="34" charset="0"/>
                <a:ea typeface="楷体" panose="02010609060101010101" pitchFamily="49" charset="-122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F0248BAD-5CEF-29F5-03F5-829A860B9C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2" y="1230122"/>
            <a:ext cx="10800000" cy="369332"/>
          </a:xfrm>
          <a:noFill/>
        </p:spPr>
        <p:txBody>
          <a:bodyPr vert="horz" wrap="square" lIns="0" tIns="0" rIns="0" bIns="0" rtlCol="0" anchor="ctr">
            <a:spAutoFit/>
          </a:bodyPr>
          <a:lstStyle>
            <a:lvl1pPr marL="0" indent="0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  <a:buNone/>
              <a:defRPr lang="zh-CN" altLang="en-US" sz="2400" b="1" smtClean="0">
                <a:solidFill>
                  <a:prstClr val="black"/>
                </a:solidFill>
              </a:defRPr>
            </a:lvl1pPr>
            <a:lvl2pPr>
              <a:defRPr lang="zh-CN" altLang="en-US" sz="1800" smtClean="0"/>
            </a:lvl2pPr>
            <a:lvl3pPr>
              <a:defRPr lang="zh-CN" altLang="en-US" sz="1800" smtClean="0"/>
            </a:lvl3pPr>
            <a:lvl4pPr>
              <a:defRPr lang="zh-CN" altLang="en-US" smtClean="0"/>
            </a:lvl4pPr>
            <a:lvl5pPr>
              <a:defRPr lang="zh-CN" altLang="en-US"/>
            </a:lvl5pPr>
          </a:lstStyle>
          <a:p>
            <a:pPr marL="228600" marR="0" lvl="0" indent="-228600" defTabSz="45360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</a:pPr>
            <a:r>
              <a:rPr lang="zh-CN" altLang="en-US"/>
              <a:t>单击此处编辑母版文本样式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0D5A4AA-F19D-7F43-9D71-02767D898CA7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0537802" cy="276999"/>
          </a:xfrm>
          <a:noFill/>
        </p:spPr>
        <p:txBody>
          <a:bodyPr vert="horz" wrap="square" lIns="0" tIns="0" rIns="0" bIns="0" rtlCol="0">
            <a:spAutoFit/>
          </a:bodyPr>
          <a:lstStyle>
            <a:lvl1pPr marL="0" indent="0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  <a:buNone/>
              <a:defRPr lang="zh-CN" altLang="en-US" sz="1800" b="0" smtClean="0">
                <a:solidFill>
                  <a:prstClr val="black"/>
                </a:solidFill>
              </a:defRPr>
            </a:lvl1pPr>
            <a:lvl2pPr>
              <a:defRPr lang="zh-CN" altLang="en-US" sz="1800" smtClean="0"/>
            </a:lvl2pPr>
            <a:lvl3pPr>
              <a:defRPr lang="zh-CN" altLang="en-US" sz="1800" smtClean="0"/>
            </a:lvl3pPr>
            <a:lvl4pPr>
              <a:defRPr lang="zh-CN" altLang="en-US" smtClean="0"/>
            </a:lvl4pPr>
            <a:lvl5pPr>
              <a:defRPr lang="zh-CN" altLang="en-US"/>
            </a:lvl5pPr>
          </a:lstStyle>
          <a:p>
            <a:pPr marL="228600" marR="0" lvl="0" indent="-228600" defTabSz="45360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</a:pPr>
            <a:r>
              <a:rPr lang="zh-CN" altLang="en-US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33895126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9F2B8F47-0096-BB81-B056-6C317A9175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5125"/>
            <a:ext cx="360000" cy="360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C00000"/>
                </a:solidFill>
              </a:defRPr>
            </a:lvl1pPr>
          </a:lstStyle>
          <a:p>
            <a:fld id="{0EEC669C-3A94-5645-80F3-ED04B501DFEC}" type="slidenum">
              <a:rPr lang="en-CN" smtClean="0"/>
              <a:pPr/>
              <a:t>‹#›</a:t>
            </a:fld>
            <a:endParaRPr lang="en-CN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1AD07EAB-3680-170C-BC1E-FC05937C37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8880" y="294643"/>
            <a:ext cx="10800000" cy="576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defRPr sz="3600" b="1" baseline="0">
                <a:latin typeface="Calibri" panose="020F0502020204030204" pitchFamily="34" charset="0"/>
                <a:ea typeface="楷体" panose="02010609060101010101" pitchFamily="49" charset="-122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382152598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D430967A-9E52-AB27-299B-A5F956237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5125"/>
            <a:ext cx="360000" cy="360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C00000"/>
                </a:solidFill>
              </a:defRPr>
            </a:lvl1pPr>
          </a:lstStyle>
          <a:p>
            <a:fld id="{0EEC669C-3A94-5645-80F3-ED04B501DFEC}" type="slidenum">
              <a:rPr lang="en-US" altLang="zh-CN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317393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72495952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E4204CA-67D8-B744-A69E-0B96274718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pPr lvl="0">
              <a:lnSpc>
                <a:spcPct val="100000"/>
              </a:lnSpc>
            </a:pPr>
            <a:r>
              <a:rPr lang="zh-CN" altLang="en-US"/>
              <a:t>单击此处编辑母版标题样式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4C0BE-D8A6-A244-AF4C-D8F130B138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1918474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7EC906-206E-0A4F-8C55-7A54999081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0" y="5125"/>
            <a:ext cx="360000" cy="36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1600" b="1">
                <a:solidFill>
                  <a:srgbClr val="C00000"/>
                </a:solidFill>
                <a:latin typeface="Times New Roman" panose="02020603050405020304" pitchFamily="18" charset="0"/>
                <a:ea typeface="FangSong" panose="02010609060101010101" pitchFamily="49" charset="-122"/>
                <a:cs typeface="Times New Roman" panose="02020603050405020304" pitchFamily="18" charset="0"/>
              </a:defRPr>
            </a:lvl1pPr>
          </a:lstStyle>
          <a:p>
            <a:fld id="{0EEC669C-3A94-5645-80F3-ED04B501DFEC}" type="slidenum">
              <a:rPr lang="en-CN" smtClean="0"/>
              <a:pPr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9273916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4" r:id="rId3"/>
    <p:sldLayoutId id="2147483665" r:id="rId4"/>
    <p:sldLayoutId id="2147483666" r:id="rId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CN" sz="4400" b="1" kern="1200" baseline="0" dirty="0">
          <a:solidFill>
            <a:schemeClr val="tx1"/>
          </a:solidFill>
          <a:latin typeface="Calibri" panose="020F0502020204030204" pitchFamily="34" charset="0"/>
          <a:ea typeface="楷体" panose="02010609060101010101" pitchFamily="49" charset="-122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0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9ECD174-10B3-A233-9B16-EF4C324B0B7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en-US" altLang="zh-CN"/>
              <a:t>CIM</a:t>
            </a:r>
            <a:r>
              <a:rPr kumimoji="1" lang="zh-CN" altLang="en-US"/>
              <a:t> </a:t>
            </a:r>
            <a:r>
              <a:rPr kumimoji="1" lang="en-US" altLang="zh-CN"/>
              <a:t>Roofline</a:t>
            </a:r>
            <a:endParaRPr kumimoji="1" lang="zh-CN" altLang="en-US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20795EDB-880E-5C16-E53C-473F73C876E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en-US" altLang="zh-CN"/>
              <a:t>ISCAS</a:t>
            </a:r>
            <a:r>
              <a:rPr kumimoji="1" lang="zh-CN" altLang="en-US"/>
              <a:t> </a:t>
            </a:r>
            <a:r>
              <a:rPr kumimoji="1" lang="en-US" altLang="zh-CN"/>
              <a:t>27</a:t>
            </a:r>
            <a:endParaRPr kumimoji="1" lang="zh-CN" altLang="en-US"/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86E41AB-95C1-5582-9161-167D561066F5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096000" y="4358352"/>
            <a:ext cx="4320000" cy="1159292"/>
          </a:xfrm>
        </p:spPr>
        <p:txBody>
          <a:bodyPr/>
          <a:lstStyle/>
          <a:p>
            <a:r>
              <a:rPr kumimoji="1" lang="zh-CN" altLang="en-US"/>
              <a:t>邵瀚雍</a:t>
            </a:r>
            <a:endParaRPr kumimoji="1" lang="en-US" altLang="zh-CN"/>
          </a:p>
          <a:p>
            <a:endParaRPr kumimoji="1" lang="en-US" altLang="zh-CN"/>
          </a:p>
          <a:p>
            <a:r>
              <a:rPr kumimoji="1" lang="en-US" altLang="zh-CN"/>
              <a:t>2026</a:t>
            </a:r>
            <a:r>
              <a:rPr kumimoji="1" lang="zh-CN" altLang="en-US"/>
              <a:t>年</a:t>
            </a:r>
            <a:r>
              <a:rPr kumimoji="1" lang="en-US" altLang="zh-CN"/>
              <a:t>9</a:t>
            </a:r>
            <a:r>
              <a:rPr kumimoji="1" lang="zh-CN" altLang="en-US"/>
              <a:t>月</a:t>
            </a:r>
            <a:r>
              <a:rPr kumimoji="1" lang="en-US" altLang="zh-CN"/>
              <a:t>9</a:t>
            </a:r>
            <a:r>
              <a:rPr kumimoji="1" lang="zh-CN" altLang="en-US"/>
              <a:t>日</a:t>
            </a:r>
          </a:p>
        </p:txBody>
      </p:sp>
    </p:spTree>
    <p:extLst>
      <p:ext uri="{BB962C8B-B14F-4D97-AF65-F5344CB8AC3E}">
        <p14:creationId xmlns:p14="http://schemas.microsoft.com/office/powerpoint/2010/main" val="16199214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710EA3-D710-D609-AE90-C2C7F3D2BB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5CA27B0A-0971-2A1C-4DD8-2DAE8F735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1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EB43C732-6222-0D33-66C4-0F06A2A931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F4C4292A-00AF-89A9-47AE-A42F32DB06C7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48440"/>
            <a:ext cx="11421202" cy="2844368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cs typeface="Arial" panose="020B0604020202020204" pitchFamily="34" charset="0"/>
              </a:rPr>
              <a:t>ISCAS</a:t>
            </a: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今年不是双盲评审</a:t>
            </a: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论文长度：最多</a:t>
            </a:r>
            <a:r>
              <a:rPr lang="en-US" altLang="zh-CN" sz="1600">
                <a:solidFill>
                  <a:schemeClr val="tx1"/>
                </a:solidFill>
                <a:cs typeface="Arial" panose="020B0604020202020204" pitchFamily="34" charset="0"/>
              </a:rPr>
              <a:t>5</a:t>
            </a: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页，其中</a:t>
            </a:r>
            <a:r>
              <a:rPr lang="en-US" altLang="zh-CN" sz="1600">
                <a:solidFill>
                  <a:schemeClr val="tx1"/>
                </a:solidFill>
                <a:cs typeface="Arial" panose="020B0604020202020204" pitchFamily="34" charset="0"/>
              </a:rPr>
              <a:t>4</a:t>
            </a: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页为技术内容，包括文本、图表和参考文献（如有），另有一页可选的第</a:t>
            </a:r>
            <a:r>
              <a:rPr lang="en-US" altLang="zh-CN" sz="1600">
                <a:solidFill>
                  <a:schemeClr val="tx1"/>
                </a:solidFill>
                <a:cs typeface="Arial" panose="020B0604020202020204" pitchFamily="34" charset="0"/>
              </a:rPr>
              <a:t>5</a:t>
            </a: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页仅包含参考文献</a:t>
            </a:r>
          </a:p>
          <a:p>
            <a:pPr>
              <a:spcAft>
                <a:spcPts val="600"/>
              </a:spcAft>
            </a:pPr>
            <a:endParaRPr lang="en-US" altLang="zh-CN" sz="1600">
              <a:solidFill>
                <a:schemeClr val="tx1"/>
              </a:solidFill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DDL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：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~2026/10/14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国内下午时间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核心：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CIM 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将一类操作数保存为计算状态，另一类操作数流过该状态完成计算。因此，性能不仅取决于流式求值能力，还取决于驻留状态建立和更新的代价，以及该代价被多少流式工作所摊销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题目：存算一体架构的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Roofline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模型？</a:t>
            </a:r>
            <a:endParaRPr lang="en-US" altLang="zh-CN" sz="1600" b="1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D331936-B8FC-A114-96B6-115568608E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会议情况</a:t>
            </a:r>
          </a:p>
        </p:txBody>
      </p:sp>
    </p:spTree>
    <p:extLst>
      <p:ext uri="{BB962C8B-B14F-4D97-AF65-F5344CB8AC3E}">
        <p14:creationId xmlns:p14="http://schemas.microsoft.com/office/powerpoint/2010/main" val="16943939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DD7E0-5B91-4E8F-3C39-231799D329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449EB6C9-A7B2-4BD9-CC37-4CD3BAFAED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2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DE00CFE2-9D83-021D-D4A9-FEFA280551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2D44965C-E949-7CE1-DCFE-1185A0489000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48440"/>
            <a:ext cx="11421202" cy="24622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题目：存算一体架构的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Roofline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模型</a:t>
            </a:r>
            <a:endParaRPr lang="en-US" altLang="zh-CN" sz="1600" b="1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6C0E3AC-03A4-7CF3-1112-EB7DFA38E5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论文的整体结构</a:t>
            </a: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557D2015-5D19-5765-418C-7B4BE28493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4077683"/>
              </p:ext>
            </p:extLst>
          </p:nvPr>
        </p:nvGraphicFramePr>
        <p:xfrm>
          <a:off x="696000" y="2702877"/>
          <a:ext cx="11186160" cy="354921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39440">
                  <a:extLst>
                    <a:ext uri="{9D8B030D-6E8A-4147-A177-3AD203B41FA5}">
                      <a16:colId xmlns:a16="http://schemas.microsoft.com/office/drawing/2014/main" val="3643538404"/>
                    </a:ext>
                  </a:extLst>
                </a:gridCol>
                <a:gridCol w="5554980">
                  <a:extLst>
                    <a:ext uri="{9D8B030D-6E8A-4147-A177-3AD203B41FA5}">
                      <a16:colId xmlns:a16="http://schemas.microsoft.com/office/drawing/2014/main" val="2150991689"/>
                    </a:ext>
                  </a:extLst>
                </a:gridCol>
                <a:gridCol w="2491740">
                  <a:extLst>
                    <a:ext uri="{9D8B030D-6E8A-4147-A177-3AD203B41FA5}">
                      <a16:colId xmlns:a16="http://schemas.microsoft.com/office/drawing/2014/main" val="4003314017"/>
                    </a:ext>
                  </a:extLst>
                </a:gridCol>
              </a:tblGrid>
              <a:tr h="2701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b="1"/>
                        <a:t>章节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b="1"/>
                        <a:t>二级标题与主要内容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b="1"/>
                        <a:t>大致位置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35863752"/>
                  </a:ext>
                </a:extLst>
              </a:tr>
              <a:tr h="6753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I. Introduction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架构差异、现有表述的缺口、本文贡献；相关工作融入其中，不单列长综述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第 1 页前半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57599494"/>
                  </a:ext>
                </a:extLst>
              </a:tr>
              <a:tr h="6753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II. A Resident–Streaming Roofline for CIM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b="1"/>
                        <a:t>A. 操作数角色与</a:t>
                      </a:r>
                      <a:r>
                        <a:rPr lang="zh-CN" altLang="en-US" sz="1600" b="1"/>
                        <a:t>分析</a:t>
                      </a:r>
                      <a:r>
                        <a:rPr lang="zh-CN" sz="1600" b="1"/>
                        <a:t>边界；B. 窗口化需求、上界与分区；</a:t>
                      </a:r>
                      <a:br>
                        <a:rPr lang="en-US" altLang="zh-CN" sz="1600" b="1"/>
                      </a:br>
                      <a:r>
                        <a:rPr lang="zh-CN" sz="1600" b="1"/>
                        <a:t>C. 与传统性能</a:t>
                      </a:r>
                      <a:r>
                        <a:rPr lang="zh-CN" altLang="en-US" sz="1600" b="1"/>
                        <a:t>分析</a:t>
                      </a:r>
                      <a:r>
                        <a:rPr lang="zh-CN" sz="1600" b="1"/>
                        <a:t>的联系及两个算例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第 1 页后半至第 2 页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01345741"/>
                  </a:ext>
                </a:extLst>
              </a:tr>
              <a:tr h="6753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III. Hardware and Workload Characterization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b="1"/>
                        <a:t>A. 文献支持的硬件能力范围</a:t>
                      </a:r>
                      <a:r>
                        <a:rPr lang="zh-CN" altLang="en-US" sz="1600" b="1"/>
                        <a:t>分析</a:t>
                      </a:r>
                      <a:r>
                        <a:rPr lang="zh-CN" sz="1600" b="1"/>
                        <a:t>；</a:t>
                      </a:r>
                      <a:br>
                        <a:rPr lang="en-US" altLang="zh-CN" sz="1600" b="1"/>
                      </a:br>
                      <a:r>
                        <a:rPr lang="zh-CN" sz="1600" b="1"/>
                        <a:t>B. 明确驻留策略下的</a:t>
                      </a:r>
                      <a:r>
                        <a:rPr lang="zh-CN" altLang="en-US" sz="1600" b="1"/>
                        <a:t>算法</a:t>
                      </a:r>
                      <a:r>
                        <a:rPr lang="zh-CN" sz="1600" b="1"/>
                        <a:t> workload 需求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主要在第 3 页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3687827"/>
                  </a:ext>
                </a:extLst>
              </a:tr>
              <a:tr h="6753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b="1"/>
                        <a:t>IV. Workload–Hardware Matching and Design Implications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dirty="0"/>
                        <a:t>A. 适配</a:t>
                      </a:r>
                      <a:r>
                        <a:rPr lang="zh-CN" altLang="en-US" sz="1600" dirty="0"/>
                        <a:t>区间的</a:t>
                      </a:r>
                      <a:r>
                        <a:rPr lang="zh-CN" sz="1600" dirty="0"/>
                        <a:t>结论；B. 瓶颈导向的设计选择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主要在第 4 页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4798894"/>
                  </a:ext>
                </a:extLst>
              </a:tr>
              <a:tr h="4727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V. Conclusion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重述统一框架及其设计用途，不再提出新理论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dirty="0"/>
                        <a:t>第 4 页末尾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83064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969029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4F7920-92C2-CB80-3B1A-49EABB22D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53FBAEE2-4773-7DEC-2EB2-241BCBBBAC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3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49DBB1B7-CF85-05D7-A845-1A0B4942F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0DBBD2F2-350B-EDEC-80D2-58D2960636A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48440"/>
            <a:ext cx="11421202" cy="948978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表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1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：硬件的能力（</a:t>
            </a:r>
            <a:r>
              <a:rPr lang="zh-CN" altLang="zh-CN" sz="1600"/>
              <a:t>不同实现的两路能力处在什么范围</a:t>
            </a:r>
            <a:r>
              <a:rPr lang="zh-CN" altLang="en-US" sz="1600"/>
              <a:t>）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表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2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：算法的需求（</a:t>
            </a:r>
            <a:r>
              <a:rPr lang="zh-CN" altLang="zh-CN" sz="1600"/>
              <a:t>负载的需求由哪些执行条件决定</a:t>
            </a:r>
            <a:r>
              <a:rPr lang="zh-CN" altLang="en-US" sz="1600"/>
              <a:t>）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表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3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：决策和分析（</a:t>
            </a:r>
            <a:r>
              <a:rPr lang="zh-CN" altLang="zh-CN" sz="1600"/>
              <a:t>在什么条件下匹配，以及应该优先</a:t>
            </a:r>
            <a:r>
              <a:rPr lang="zh-CN" altLang="en-US" sz="1600"/>
              <a:t>设计的方向）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22BD0C9-46BE-582A-F511-F0175EADF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论文的整体结构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表格 5">
                <a:extLst>
                  <a:ext uri="{FF2B5EF4-FFF2-40B4-BE49-F238E27FC236}">
                    <a16:creationId xmlns:a16="http://schemas.microsoft.com/office/drawing/2014/main" id="{B9F2A716-5000-DB6B-03ED-4D00880F920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74316513"/>
                  </p:ext>
                </p:extLst>
              </p:nvPr>
            </p:nvGraphicFramePr>
            <p:xfrm>
              <a:off x="696000" y="2943070"/>
              <a:ext cx="11153100" cy="3838624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1186140">
                      <a:extLst>
                        <a:ext uri="{9D8B030D-6E8A-4147-A177-3AD203B41FA5}">
                          <a16:colId xmlns:a16="http://schemas.microsoft.com/office/drawing/2014/main" val="4220692121"/>
                        </a:ext>
                      </a:extLst>
                    </a:gridCol>
                    <a:gridCol w="4390410">
                      <a:extLst>
                        <a:ext uri="{9D8B030D-6E8A-4147-A177-3AD203B41FA5}">
                          <a16:colId xmlns:a16="http://schemas.microsoft.com/office/drawing/2014/main" val="1806466084"/>
                        </a:ext>
                      </a:extLst>
                    </a:gridCol>
                    <a:gridCol w="3122910">
                      <a:extLst>
                        <a:ext uri="{9D8B030D-6E8A-4147-A177-3AD203B41FA5}">
                          <a16:colId xmlns:a16="http://schemas.microsoft.com/office/drawing/2014/main" val="2680918418"/>
                        </a:ext>
                      </a:extLst>
                    </a:gridCol>
                    <a:gridCol w="2453640">
                      <a:extLst>
                        <a:ext uri="{9D8B030D-6E8A-4147-A177-3AD203B41FA5}">
                          <a16:colId xmlns:a16="http://schemas.microsoft.com/office/drawing/2014/main" val="826689425"/>
                        </a:ext>
                      </a:extLst>
                    </a:gridCol>
                  </a:tblGrid>
                  <a:tr h="22366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编号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标题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内容与唯一任务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位置／版式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99235388"/>
                      </a:ext>
                    </a:extLst>
                  </a:tr>
                  <a:tr h="73591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Fig. 1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存算分离与存算融合下的操作数路径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让读者直观看到：为什么 resident 与 streaming 值得分开计量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第 1 页，单栏示意图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81333852"/>
                      </a:ext>
                    </a:extLst>
                  </a:tr>
                  <a:tr h="56516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Fig. 2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经典 Roofline 与 resident–streaming Roofline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两套曲线并排，加精简对应表，完成模型介绍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第 2 页，优先跨双栏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0243390"/>
                      </a:ext>
                    </a:extLst>
                  </a:tr>
                  <a:tr h="56516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Table I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代表性 CIM 实现的流式与驻留更新能力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给出文献支持的 </a:t>
                          </a:r>
                          <a14:m>
                            <m:oMath xmlns:m="http://schemas.openxmlformats.org/officeDocument/2006/math">
                              <m:r>
                                <a:rPr lang="zh-CN" altLang="en-US" sz="1600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  <m:r>
                                <a:rPr lang="en-US" altLang="zh-CN" sz="160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zh-CN" altLang="en-US" sz="1600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  <m:r>
                                <a:rPr lang="en-US" altLang="zh-CN" sz="160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zh-CN" altLang="en-US" sz="160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sSup>
                                <m:sSupPr>
                                  <m:ctrlPr>
                                    <a:rPr lang="zh-CN" altLang="en-US" sz="160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zh-CN" altLang="en-US" sz="1600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p>
                                  <m:r>
                                    <a:rPr lang="zh-CN" altLang="en-US" sz="1600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</m:oMath>
                          </a14:m>
                          <a:r>
                            <a:rPr lang="zh-CN" sz="1600"/>
                            <a:t>范围及其适用条件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第 3 页，允许跨双栏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35762458"/>
                      </a:ext>
                    </a:extLst>
                  </a:tr>
                  <a:tr h="56516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Table II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代表性 workload 的窗口化操作数需求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给出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zh-CN" altLang="en-US" sz="160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sz="1600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  <m:sub>
                                  <m:r>
                                    <a:rPr lang="zh-CN" altLang="en-US" sz="1600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sub>
                              </m:sSub>
                              <m:r>
                                <a:rPr lang="en-US" altLang="zh-CN" sz="160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zh-CN" altLang="en-US" sz="160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sz="1600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  <m:sub>
                                  <m:r>
                                    <a:rPr lang="zh-CN" altLang="en-US" sz="160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</m:sSub>
                              <m:r>
                                <a:rPr lang="en-US" altLang="zh-CN" sz="160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zh-CN" altLang="en-US" sz="1600">
                                  <a:latin typeface="Cambria Math" panose="02040503050406030204" pitchFamily="18" charset="0"/>
                                </a:rPr>
                                <m:t>𝑅𝐼</m:t>
                              </m:r>
                            </m:oMath>
                          </a14:m>
                          <a:r>
                            <a:rPr lang="zh-CN" sz="1600"/>
                            <a:t>，明确窗口、精度与驻留策略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第 3 页附近，允许跨双栏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149761412"/>
                      </a:ext>
                    </a:extLst>
                  </a:tr>
                  <a:tr h="56516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Table III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Workload–CIM 适配关系与瓶颈判定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将前两表连接起来，指出适配条件和优先改进方向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第 4 页，尽量紧凑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323790604"/>
                      </a:ext>
                    </a:extLst>
                  </a:tr>
                  <a:tr h="56516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Fig. 3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流式能力与驻留更新能力提升的不同收益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用简单曲线说明：优化错误通路，可能没有吞吐收益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第 4 页，单栏分析图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0344075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表格 5">
                <a:extLst>
                  <a:ext uri="{FF2B5EF4-FFF2-40B4-BE49-F238E27FC236}">
                    <a16:creationId xmlns:a16="http://schemas.microsoft.com/office/drawing/2014/main" id="{B9F2A716-5000-DB6B-03ED-4D00880F920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74316513"/>
                  </p:ext>
                </p:extLst>
              </p:nvPr>
            </p:nvGraphicFramePr>
            <p:xfrm>
              <a:off x="696000" y="2943070"/>
              <a:ext cx="11153100" cy="3838624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1186140">
                      <a:extLst>
                        <a:ext uri="{9D8B030D-6E8A-4147-A177-3AD203B41FA5}">
                          <a16:colId xmlns:a16="http://schemas.microsoft.com/office/drawing/2014/main" val="4220692121"/>
                        </a:ext>
                      </a:extLst>
                    </a:gridCol>
                    <a:gridCol w="4390410">
                      <a:extLst>
                        <a:ext uri="{9D8B030D-6E8A-4147-A177-3AD203B41FA5}">
                          <a16:colId xmlns:a16="http://schemas.microsoft.com/office/drawing/2014/main" val="1806466084"/>
                        </a:ext>
                      </a:extLst>
                    </a:gridCol>
                    <a:gridCol w="3122910">
                      <a:extLst>
                        <a:ext uri="{9D8B030D-6E8A-4147-A177-3AD203B41FA5}">
                          <a16:colId xmlns:a16="http://schemas.microsoft.com/office/drawing/2014/main" val="2680918418"/>
                        </a:ext>
                      </a:extLst>
                    </a:gridCol>
                    <a:gridCol w="2453640">
                      <a:extLst>
                        <a:ext uri="{9D8B030D-6E8A-4147-A177-3AD203B41FA5}">
                          <a16:colId xmlns:a16="http://schemas.microsoft.com/office/drawing/2014/main" val="826689425"/>
                        </a:ext>
                      </a:extLst>
                    </a:gridCol>
                  </a:tblGrid>
                  <a:tr h="276904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编号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标题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内容与唯一任务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位置／版式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99235388"/>
                      </a:ext>
                    </a:extLst>
                  </a:tr>
                  <a:tr h="73591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Fig. 1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存算分离与存算融合下的操作数路径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让读者直观看到：为什么 resident 与 streaming 值得分开计量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第 1 页，单栏示意图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81333852"/>
                      </a:ext>
                    </a:extLst>
                  </a:tr>
                  <a:tr h="56516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Fig. 2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经典 Roofline 与 resident–streaming Roofline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两套曲线并排，加精简对应表，完成模型介绍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第 2 页，优先跨双栏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0243390"/>
                      </a:ext>
                    </a:extLst>
                  </a:tr>
                  <a:tr h="56516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Table I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代表性 CIM 实现的流式与驻留更新能力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33064" marR="33064" marT="16532" marB="16532" anchor="ctr">
                        <a:blipFill>
                          <a:blip r:embed="rId2"/>
                          <a:stretch>
                            <a:fillRect l="-178906" t="-287097" r="-79102" b="-31397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第 3 页，允许跨双栏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35762458"/>
                      </a:ext>
                    </a:extLst>
                  </a:tr>
                  <a:tr h="56516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Table II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代表性 workload 的窗口化操作数需求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33064" marR="33064" marT="16532" marB="16532" anchor="ctr">
                        <a:blipFill>
                          <a:blip r:embed="rId2"/>
                          <a:stretch>
                            <a:fillRect l="-178906" t="-387097" r="-79102" b="-21397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第 3 页附近，允许跨双栏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149761412"/>
                      </a:ext>
                    </a:extLst>
                  </a:tr>
                  <a:tr h="56516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Table III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Workload–CIM 适配关系与瓶颈判定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将前两表连接起来，指出适配条件和优先改进方向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第 4 页，尽量紧凑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323790604"/>
                      </a:ext>
                    </a:extLst>
                  </a:tr>
                  <a:tr h="56516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Fig. 3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流式能力与驻留更新能力提升的不同收益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用简单曲线说明：优化错误通路，可能没有吞吐收益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第 4 页，单栏分析图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03440758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7108903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6759C6-B6E5-EDBF-79D3-B326468A24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3BBF3C3-DCEC-1A79-45E3-C189719855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4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072C2C84-18CF-1319-1C48-4DF6B26ACD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CB0EB615-3EBC-5A97-4FF6-6804449B6E42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48440"/>
            <a:ext cx="11421202" cy="3003386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图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1 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示意图</a:t>
            </a:r>
            <a:endParaRPr lang="en-US" altLang="zh-CN" sz="1600" b="1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endParaRPr lang="en-US" altLang="zh-CN" sz="1600"/>
          </a:p>
          <a:p>
            <a:r>
              <a:rPr lang="zh-CN" altLang="zh-CN" sz="1600"/>
              <a:t>GPU 一侧画“存储—计算”两个块，权重和输入通过所选存储接口进入计算模块</a:t>
            </a:r>
          </a:p>
          <a:p>
            <a:r>
              <a:rPr lang="zh-CN" altLang="zh-CN" sz="1600"/>
              <a:t>CIM 一侧画一个存算耦合阵列，突出两条路径：一条将 resident 操作数写入阵列，另一条输入 streaming 操作数并完成求值、读出。resident 旁边标“weights / KV / mapped operands”即可，避免读者把 resident 永久等同于模型权重。</a:t>
            </a:r>
          </a:p>
          <a:p>
            <a:endParaRPr lang="en-US" altLang="zh-CN" sz="1600"/>
          </a:p>
          <a:p>
            <a:r>
              <a:rPr lang="zh-CN" altLang="zh-CN" sz="1600"/>
              <a:t>这张图最重要的视觉信息是：resident 写入一次后，可以支撑多次 streaming 求值。</a:t>
            </a:r>
          </a:p>
          <a:p>
            <a:r>
              <a:rPr lang="zh-CN" altLang="zh-CN" sz="1600"/>
              <a:t>外围模块用“输入／求值／读出”这样的通用标注，不把所有 CIM 都画成 DAC–ADC 架构</a:t>
            </a:r>
            <a:endParaRPr lang="en-US" altLang="zh-CN" sz="1600"/>
          </a:p>
          <a:p>
            <a:endParaRPr lang="en-US" altLang="zh-CN" sz="1600"/>
          </a:p>
          <a:p>
            <a:endParaRPr lang="en-US" altLang="zh-CN" sz="1600"/>
          </a:p>
          <a:p>
            <a:r>
              <a:rPr lang="zh-CN" altLang="en-US" sz="1600" b="1"/>
              <a:t>图</a:t>
            </a:r>
            <a:r>
              <a:rPr lang="en-US" altLang="zh-CN" sz="1600" b="1"/>
              <a:t>2 </a:t>
            </a:r>
            <a:r>
              <a:rPr lang="zh-CN" altLang="en-US" sz="1600" b="1"/>
              <a:t>示意图</a:t>
            </a:r>
            <a:endParaRPr lang="en-US" altLang="zh-CN" sz="1600" b="1"/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34603AE-4E3E-69B1-063B-D0BE15B1EF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论文的前半部分理论</a:t>
            </a:r>
          </a:p>
        </p:txBody>
      </p:sp>
      <p:pic>
        <p:nvPicPr>
          <p:cNvPr id="8" name="Picture 2">
            <a:extLst>
              <a:ext uri="{FF2B5EF4-FFF2-40B4-BE49-F238E27FC236}">
                <a16:creationId xmlns:a16="http://schemas.microsoft.com/office/drawing/2014/main" id="{08968525-8DE5-FC5D-B471-A3F2030B11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62410" y="34303"/>
            <a:ext cx="3263352" cy="24106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A4A53050-3EF9-4ABB-B957-2370911AA5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662" y="4851826"/>
            <a:ext cx="3668161" cy="1940920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2DC937E6-EDAD-AD7C-D20D-510F3B1233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3914" y="4851826"/>
            <a:ext cx="3683265" cy="1940920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E66F20D6-9BC6-8936-6C80-ACE8CFAE666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1000" y="4059213"/>
            <a:ext cx="4191000" cy="2733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67736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484338-E759-9472-8577-1DFA0CB422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210268BE-5989-99AD-1D7B-1153711C3D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1736" y="1"/>
            <a:ext cx="4910263" cy="2598148"/>
          </a:xfrm>
          <a:prstGeom prst="rect">
            <a:avLst/>
          </a:prstGeom>
        </p:spPr>
      </p:pic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42C3DAD8-4136-738D-80E1-AAD413B1B5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5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954398CF-044B-CA30-6B04-98BAB850B2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01823E8-8D90-841F-60E7-1CC6591856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论文的前半部分理论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1F6345AE-B9B0-84C6-A891-8F06C1BBFFC2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2598147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回顾</a:t>
            </a:r>
            <a:r>
              <a:rPr lang="en-US" altLang="zh-CN" sz="1600">
                <a:solidFill>
                  <a:schemeClr val="tx1"/>
                </a:solidFill>
                <a:cs typeface="Arial" panose="020B0604020202020204" pitchFamily="34" charset="0"/>
              </a:rPr>
              <a:t>GPU</a:t>
            </a: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最关键的特点：</a:t>
            </a:r>
            <a:endParaRPr lang="en-US" altLang="zh-CN" sz="1600">
              <a:solidFill>
                <a:schemeClr val="tx1"/>
              </a:solidFill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1</a:t>
            </a:r>
            <a:r>
              <a:rPr lang="zh-CN" altLang="en-US" sz="1600" b="1">
                <a:solidFill>
                  <a:schemeClr val="tx1"/>
                </a:solidFill>
                <a:cs typeface="Arial" panose="020B0604020202020204" pitchFamily="34" charset="0"/>
              </a:rPr>
              <a:t>）存储，计算硬件分离，存储单元用空间复杂度衡量，计算单元用时间复杂度</a:t>
            </a:r>
            <a:endParaRPr lang="en-US" altLang="zh-CN" sz="1600" b="1">
              <a:solidFill>
                <a:schemeClr val="tx1"/>
              </a:solidFill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cs typeface="Arial" panose="020B0604020202020204" pitchFamily="34" charset="0"/>
              </a:rPr>
              <a:t>	</a:t>
            </a: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对应的概念：计算单元的能力，算力</a:t>
            </a:r>
            <a:r>
              <a:rPr lang="en-US" altLang="zh-CN" sz="1600">
                <a:solidFill>
                  <a:schemeClr val="tx1"/>
                </a:solidFill>
                <a:cs typeface="Arial" panose="020B0604020202020204" pitchFamily="34" charset="0"/>
              </a:rPr>
              <a:t>π</a:t>
            </a: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；存储单元的能力，带宽</a:t>
            </a:r>
            <a:r>
              <a:rPr lang="en-US" altLang="zh-CN" sz="1600">
                <a:solidFill>
                  <a:schemeClr val="tx1"/>
                </a:solidFill>
                <a:cs typeface="Arial" panose="020B0604020202020204" pitchFamily="34" charset="0"/>
              </a:rPr>
              <a:t>β</a:t>
            </a:r>
          </a:p>
          <a:p>
            <a:pPr>
              <a:spcAft>
                <a:spcPts val="600"/>
              </a:spcAft>
            </a:pP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2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）任务总量：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OPs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，拆解到时间（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y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轴，算力性能）和空间（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x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轴，算术强度）</a:t>
            </a:r>
            <a:endParaRPr lang="en-US" altLang="zh-CN" sz="1600" b="1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	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对应的概念：完成一次任务的计算操作总次数 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OP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，完成一次任务的数据搬运总量 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Byte</a:t>
            </a:r>
          </a:p>
          <a:p>
            <a:pPr>
              <a:spcAft>
                <a:spcPts val="600"/>
              </a:spcAft>
            </a:pP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3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）不区分数据的特点，都会进行同样的搬运、计算操作</a:t>
            </a:r>
            <a:endParaRPr lang="en-US" altLang="zh-CN" sz="1600" b="1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换句话说：硬件的类型不同（不同操作），而数据的类型相同（都认为是普通的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data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从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HBM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逐级往上搬运）</a:t>
            </a:r>
            <a:endParaRPr lang="en-US" altLang="zh-CN" sz="1600" b="1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14F2DC64-3662-BF4A-0700-D224BDAD01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000" y="4802544"/>
            <a:ext cx="7772400" cy="1845171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D8506B67-6BBC-46A3-4B8F-005313FBC3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3452" y="843082"/>
            <a:ext cx="3606860" cy="1143412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7676829E-D0D0-E316-0EF1-889A27EFA97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25992" y="4802544"/>
            <a:ext cx="3586008" cy="1257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54837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74A72E-48A6-7636-A9B5-3A2E7FF76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A2F87D6F-AE15-73AF-ABD3-D48E6E892C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6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5A95E173-2666-C14A-B386-A407E623A1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AEDCBDE-96DE-1696-B36B-5741F4E8F3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论文的前半部分理论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BDC85A09-42E4-2C9E-C951-B93231FA0878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1926168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 b="1">
                <a:solidFill>
                  <a:schemeClr val="tx1"/>
                </a:solidFill>
                <a:cs typeface="Arial" panose="020B0604020202020204" pitchFamily="34" charset="0"/>
              </a:rPr>
              <a:t>硬件平台的关键指标：</a:t>
            </a:r>
            <a:endParaRPr lang="en-US" altLang="zh-CN" sz="1600" b="1">
              <a:solidFill>
                <a:schemeClr val="tx1"/>
              </a:solidFill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Streaming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吞吐 </a:t>
            </a:r>
            <a:r>
              <a:rPr lang="en-US" altLang="zh-CN" sz="1600" err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ρ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：一个已被编程好的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CIM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阵列在单位时间内能吞吐多少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streaming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操作数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Resident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吞吐 </a:t>
            </a:r>
            <a:r>
              <a:rPr lang="en-US" altLang="zh-CN" sz="1600" err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τ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：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CIM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每秒能把多少新的权重数据更新到阵列的可计算状态中去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两个指标单位相同（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Byte/s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）</a:t>
            </a:r>
            <a:endParaRPr lang="en-US" altLang="zh-CN" sz="1600" b="1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经典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Roofline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中</a:t>
            </a:r>
            <a:r>
              <a:rPr lang="el-GR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π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与</a:t>
            </a:r>
            <a:r>
              <a:rPr lang="el-GR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β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不同量纲，是因为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GPU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的两类硬件管辖时间与空间两个正交维度；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而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CIM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的两类通路都在关心数据通过通路的速率这一同一物理类别，所以量纲一致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FCAF6A95-80F8-A9B0-68E6-86782C69C8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7439" y="200698"/>
            <a:ext cx="6704561" cy="1756118"/>
          </a:xfrm>
          <a:prstGeom prst="rect">
            <a:avLst/>
          </a:prstGeom>
        </p:spPr>
      </p:pic>
      <p:pic>
        <p:nvPicPr>
          <p:cNvPr id="10" name="Picture 2">
            <a:extLst>
              <a:ext uri="{FF2B5EF4-FFF2-40B4-BE49-F238E27FC236}">
                <a16:creationId xmlns:a16="http://schemas.microsoft.com/office/drawing/2014/main" id="{139750E7-706D-B0AF-9F8E-A95E791C44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63500" y="2050761"/>
            <a:ext cx="2397092" cy="17707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BD1746C5-98AC-B9D7-E0A3-E2DA06E86D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073911"/>
            <a:ext cx="6042089" cy="2119568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A491A61B-B4B1-E663-3ABF-F211ABA339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2576" y="4165964"/>
            <a:ext cx="6059424" cy="2022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50550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21C411-C1CA-060F-C068-749D429CD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1E12A59E-8AB5-4788-210C-24C5D76AE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7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F9313387-7B5F-DF4A-B532-C1A9CF9834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B1C1BDE-821C-7D29-A76C-08BDB312F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论文的前半部分理论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5D5934A0-5095-F0F7-CED1-B3BC2B90B4DE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1254189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cs typeface="Arial" panose="020B0604020202020204" pitchFamily="34" charset="0"/>
              </a:rPr>
              <a:t>GPU</a:t>
            </a: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下的网络参数：计算量</a:t>
            </a:r>
            <a:r>
              <a:rPr lang="en-US" altLang="zh-CN" sz="1600">
                <a:solidFill>
                  <a:schemeClr val="tx1"/>
                </a:solidFill>
                <a:cs typeface="Arial" panose="020B0604020202020204" pitchFamily="34" charset="0"/>
              </a:rPr>
              <a:t>+</a:t>
            </a: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访存量，也就是一次完整的推理过程中，按照操作类型分，所有的数据经历不同的操作的总数</a:t>
            </a:r>
            <a:endParaRPr lang="en-US" altLang="zh-CN" sz="1600">
              <a:solidFill>
                <a:schemeClr val="tx1"/>
              </a:solidFill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cs typeface="Arial" panose="020B0604020202020204" pitchFamily="34" charset="0"/>
              </a:rPr>
              <a:t>CIM</a:t>
            </a: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下的网络参数：流动数据量</a:t>
            </a:r>
            <a:r>
              <a:rPr lang="en-US" altLang="zh-CN" sz="1600">
                <a:solidFill>
                  <a:schemeClr val="tx1"/>
                </a:solidFill>
                <a:cs typeface="Arial" panose="020B0604020202020204" pitchFamily="34" charset="0"/>
              </a:rPr>
              <a:t>+</a:t>
            </a: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驻留数据量，一次推理中，按数据类型分，输入的激活完整流过静态的权重网络，所有数据总量</a:t>
            </a:r>
            <a:endParaRPr lang="en-US" altLang="zh-CN" sz="1600">
              <a:solidFill>
                <a:schemeClr val="tx1"/>
              </a:solidFill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GPU</a:t>
            </a:r>
            <a:r>
              <a:rPr lang="zh-CN" altLang="en-US" sz="1600" b="1">
                <a:solidFill>
                  <a:schemeClr val="tx1"/>
                </a:solidFill>
                <a:cs typeface="Arial" panose="020B0604020202020204" pitchFamily="34" charset="0"/>
              </a:rPr>
              <a:t>的算术强度：计算单元的指标</a:t>
            </a: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/</a:t>
            </a:r>
            <a:r>
              <a:rPr lang="zh-CN" altLang="en-US" sz="1600" b="1">
                <a:solidFill>
                  <a:schemeClr val="tx1"/>
                </a:solidFill>
                <a:cs typeface="Arial" panose="020B0604020202020204" pitchFamily="34" charset="0"/>
              </a:rPr>
              <a:t>存储单元的指标，</a:t>
            </a: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OP/Byte</a:t>
            </a:r>
            <a:r>
              <a:rPr lang="zh-CN" altLang="en-US" sz="1600" b="1">
                <a:solidFill>
                  <a:schemeClr val="tx1"/>
                </a:solidFill>
                <a:cs typeface="Arial" panose="020B0604020202020204" pitchFamily="34" charset="0"/>
              </a:rPr>
              <a:t>，算术强度，</a:t>
            </a: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Arithmetic</a:t>
            </a:r>
            <a:r>
              <a:rPr lang="zh-CN" altLang="en-US" sz="1600" b="1">
                <a:solidFill>
                  <a:schemeClr val="tx1"/>
                </a:solidFill>
                <a:cs typeface="Arial" panose="020B0604020202020204" pitchFamily="34" charset="0"/>
              </a:rPr>
              <a:t> </a:t>
            </a: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Intensity</a:t>
            </a:r>
            <a:r>
              <a:rPr lang="zh-CN" altLang="en-US" sz="1600" b="1">
                <a:solidFill>
                  <a:schemeClr val="tx1"/>
                </a:solidFill>
                <a:cs typeface="Arial" panose="020B0604020202020204" pitchFamily="34" charset="0"/>
              </a:rPr>
              <a:t>，</a:t>
            </a: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AI</a:t>
            </a:r>
          </a:p>
          <a:p>
            <a:pPr>
              <a:spcAft>
                <a:spcPts val="600"/>
              </a:spcAft>
            </a:pP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CIM</a:t>
            </a:r>
            <a:r>
              <a:rPr lang="zh-CN" altLang="en-US" sz="1600" b="1">
                <a:solidFill>
                  <a:schemeClr val="tx1"/>
                </a:solidFill>
                <a:cs typeface="Arial" panose="020B0604020202020204" pitchFamily="34" charset="0"/>
              </a:rPr>
              <a:t>的驻留强度：流动指标</a:t>
            </a: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/</a:t>
            </a:r>
            <a:r>
              <a:rPr lang="zh-CN" altLang="en-US" sz="1600" b="1">
                <a:solidFill>
                  <a:schemeClr val="tx1"/>
                </a:solidFill>
                <a:cs typeface="Arial" panose="020B0604020202020204" pitchFamily="34" charset="0"/>
              </a:rPr>
              <a:t>驻留指标，</a:t>
            </a: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Byte/Byte</a:t>
            </a:r>
            <a:r>
              <a:rPr lang="zh-CN" altLang="en-US" sz="1600" b="1">
                <a:solidFill>
                  <a:schemeClr val="tx1"/>
                </a:solidFill>
                <a:cs typeface="Arial" panose="020B0604020202020204" pitchFamily="34" charset="0"/>
              </a:rPr>
              <a:t>，驻留强度，</a:t>
            </a: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Resident</a:t>
            </a:r>
            <a:r>
              <a:rPr lang="zh-CN" altLang="en-US" sz="1600" b="1">
                <a:solidFill>
                  <a:schemeClr val="tx1"/>
                </a:solidFill>
                <a:cs typeface="Arial" panose="020B0604020202020204" pitchFamily="34" charset="0"/>
              </a:rPr>
              <a:t> </a:t>
            </a: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Intensity</a:t>
            </a:r>
            <a:r>
              <a:rPr lang="zh-CN" altLang="en-US" sz="1600" b="1">
                <a:solidFill>
                  <a:schemeClr val="tx1"/>
                </a:solidFill>
                <a:cs typeface="Arial" panose="020B0604020202020204" pitchFamily="34" charset="0"/>
              </a:rPr>
              <a:t>，</a:t>
            </a: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RI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63DCC8EA-88BC-08E7-A296-2B0A3AD898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250509"/>
            <a:ext cx="5934456" cy="3225058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AD2D155E-E709-DD65-24C3-B90AB5C91F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999" y="3250509"/>
            <a:ext cx="6081795" cy="3225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22869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1160F-F855-4134-CB81-7E2F73910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DC5F717-456E-A02E-0200-A36EE0D0D2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8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93EB0264-D161-6203-90AA-697CE4157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428565C-C41C-A3C2-3442-C2723653FD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论文的前半部分理论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585E6996-8C29-1E02-7979-8A194F69155E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1254189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CIM</a:t>
            </a:r>
            <a:r>
              <a:rPr lang="zh-CN" altLang="en-US" sz="1600" b="1">
                <a:solidFill>
                  <a:schemeClr val="tx1"/>
                </a:solidFill>
                <a:cs typeface="Arial" panose="020B0604020202020204" pitchFamily="34" charset="0"/>
              </a:rPr>
              <a:t>的</a:t>
            </a: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Roofline</a:t>
            </a:r>
            <a:r>
              <a:rPr lang="zh-CN" altLang="en-US" sz="1600" b="1">
                <a:solidFill>
                  <a:schemeClr val="tx1"/>
                </a:solidFill>
                <a:cs typeface="Arial" panose="020B0604020202020204" pitchFamily="34" charset="0"/>
              </a:rPr>
              <a:t>形式和讨论：</a:t>
            </a:r>
            <a:endParaRPr lang="en-US" altLang="zh-CN" sz="1600" b="1">
              <a:solidFill>
                <a:schemeClr val="tx1"/>
              </a:solidFill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常规的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CIM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在离线部署的情况下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大多数都位于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streaming-bound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的区间，完全没有</a:t>
            </a:r>
            <a:r>
              <a:rPr lang="en-US" altLang="zh-CN" sz="1600">
                <a:solidFill>
                  <a:schemeClr val="tx1"/>
                </a:solidFill>
                <a:cs typeface="Arial" panose="020B0604020202020204" pitchFamily="34" charset="0"/>
              </a:rPr>
              <a:t>resident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只有在频繁的更新情况下才会落入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resident-bound</a:t>
            </a: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98F8C4CA-6429-BE45-72C0-C8C471071D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550638"/>
            <a:ext cx="5870448" cy="2918009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1F6AC6C9-A2C9-A2E8-6CB2-567E1D018B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4609" y="294643"/>
            <a:ext cx="6157389" cy="5760720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D06D2820-FBFB-D497-3CF3-16041DF427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4609" y="6021455"/>
            <a:ext cx="6157389" cy="697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16630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C92879-B513-8934-74FD-FB134D7B0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13697A51-8A8E-37A5-B1E9-D5EB5D6963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9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3ACDABE2-A0F4-308D-5B4E-18093B0FF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159C537-381F-D19A-EFF9-B24CADE882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论文的后半部分分析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6DA25898-347E-270D-8F84-E9D173156D0E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58221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之前我们认为的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CIM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算力，都是等效算力，而且是可变的（并不是完全和硬件绑定的）</a:t>
            </a:r>
            <a:endParaRPr lang="en-US" altLang="zh-CN" sz="1600" b="1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而且有一个“等效带宽”被下意识忽略掉了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84655E32-6A33-E00E-DB64-7F68E76FF1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73" y="2489734"/>
            <a:ext cx="5503333" cy="4315389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5698C6C8-3750-B80E-8C1D-1F3882D850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1147" y="2489734"/>
            <a:ext cx="6340853" cy="3923518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6EDF4F84-C1ED-9A3C-BEB9-1DEE3E54BE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2266" y="441396"/>
            <a:ext cx="5702300" cy="1055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86727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32CC0-9FAC-78A5-E1D5-242615E6F7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4D1A1739-9DC1-50B7-FA99-98452FB04F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10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3DFFA0E4-41EE-CA11-2D67-46B161D684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7836FBF-D1AE-3D57-5A2F-56BC4E4064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论文的后半部分分析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571D9F5D-9648-8277-01A1-B45A859949E7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1254189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altLang="zh-CN" sz="1600" b="1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CIM</a:t>
            </a:r>
            <a:r>
              <a:rPr lang="zh-CN" altLang="en-US" sz="1600" b="1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硬件参数 </a:t>
            </a:r>
            <a:r>
              <a:rPr lang="en-US" altLang="zh-CN" sz="1600" b="1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ρ</a:t>
            </a:r>
            <a:r>
              <a:rPr lang="zh-CN" altLang="en-US" sz="1600" b="1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 和 </a:t>
            </a:r>
            <a:r>
              <a:rPr lang="en-US" altLang="zh-CN" sz="1600" b="1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τ</a:t>
            </a:r>
            <a:r>
              <a:rPr lang="zh-CN" altLang="en-US" sz="1600" b="1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 的计算方法：</a:t>
            </a:r>
            <a:endParaRPr lang="en-US" altLang="zh-CN" sz="1600" b="1" dirty="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endParaRPr lang="en-US" altLang="zh-CN" sz="1600" dirty="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endParaRPr lang="en-US" altLang="zh-CN" sz="1600" dirty="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en-US" altLang="zh-CN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FeNOR</a:t>
            </a:r>
            <a:r>
              <a:rPr lang="zh-CN" altLang="en-US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的例子：（</a:t>
            </a:r>
            <a:r>
              <a:rPr lang="en-US" altLang="zh-CN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28nm</a:t>
            </a:r>
            <a:r>
              <a:rPr lang="zh-CN" altLang="en-US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 </a:t>
            </a:r>
            <a:r>
              <a:rPr lang="en-US" altLang="zh-CN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CMOS</a:t>
            </a:r>
            <a:r>
              <a:rPr lang="zh-CN" altLang="en-US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假设）</a:t>
            </a:r>
            <a:endParaRPr lang="en-US" altLang="zh-CN" sz="1600" dirty="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:a16="http://schemas.microsoft.com/office/drawing/2014/main" id="{42A8574E-B629-7A42-8008-84353FA421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2" y="1104691"/>
            <a:ext cx="6095998" cy="2278454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575C6CDC-4DBD-F0D6-5C5A-215820345B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655295"/>
            <a:ext cx="6095999" cy="1093181"/>
          </a:xfrm>
          <a:prstGeom prst="rect">
            <a:avLst/>
          </a:prstGeom>
        </p:spPr>
      </p:pic>
      <p:pic>
        <p:nvPicPr>
          <p:cNvPr id="16" name="图片 15">
            <a:extLst>
              <a:ext uri="{FF2B5EF4-FFF2-40B4-BE49-F238E27FC236}">
                <a16:creationId xmlns:a16="http://schemas.microsoft.com/office/drawing/2014/main" id="{9A59EBA0-761A-573D-DDB5-6FBD45AE5F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000" y="3429000"/>
            <a:ext cx="5789178" cy="3110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23085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22922-8863-7BE5-13D1-A57BFB65B9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CA959256-A475-092A-1BAD-0BCFF8DCCF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11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F9946AE8-8DDC-D8D0-26A3-00AFD10067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A23BEE2-8214-CDEA-B079-891BE78E96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论文的后半部分分析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BE5C716E-B50B-8E21-FF89-2FBB71A2C3AA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1254189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不同的硬件，不同的任务，会对应不同的区间</a:t>
            </a:r>
            <a:endParaRPr lang="en-US" altLang="zh-CN" sz="1600" b="1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对不同的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CIM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硬件进行了粗略的估算，彼此的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RI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截然不同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进一步的，我们可以估算不同的算法任务的需求，即 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Qs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 </a:t>
            </a:r>
            <a:r>
              <a:rPr lang="en-US" altLang="zh-CN" sz="1600" err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Qr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类似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GPU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，根据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RI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和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ridge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大小，就可以判断出</a:t>
            </a:r>
            <a:r>
              <a:rPr lang="en-US" altLang="zh-CN" sz="1600" b="1" err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FeNOR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-CIM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落在什么区间了</a:t>
            </a:r>
            <a:endParaRPr lang="en-US" altLang="zh-CN" sz="1600" b="1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8AB12549-338C-F191-B4C3-1E4CA1DE92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91" y="3669364"/>
            <a:ext cx="5951149" cy="3081026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8128BEC2-4E79-975E-3E54-3EDE1EF334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07610"/>
            <a:ext cx="6019800" cy="1634720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342BD249-A42F-33A6-CE9E-05A87EB8E3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3324006"/>
            <a:ext cx="5991440" cy="3426384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148388C5-C68E-D004-716F-722172C3DA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3867" y="1898571"/>
            <a:ext cx="5808133" cy="8588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1475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F52571-8665-09B4-AA35-22D85DA405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B72BC601-11AD-4B37-14E9-97FE5179F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12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9CCCB0DA-B584-2BA0-B627-67AD5A948D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BA9058B-D8E2-85C2-1EC7-23574C7979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论文的后半部分分析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097E4037-9F5D-AA07-675D-5B93B763BA2E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918200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现在正在针对性的，分析不同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NVM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存储介质的关键参数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统一的：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28nm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 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CMOS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外围电路（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AD/DA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），计算参数的方法</a:t>
            </a:r>
            <a:endParaRPr lang="en-US" altLang="zh-CN" sz="1600" b="1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486DBD95-8B49-00C9-64A3-17D7FF4981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7854" y="2225692"/>
            <a:ext cx="5480077" cy="4494502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AEEBBD8D-F9B6-94E0-26F8-699F3DFF15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200" y="3261946"/>
            <a:ext cx="6053894" cy="3458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83945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C9E5EB-AEBE-D9FE-5957-9E9819424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F2600CBE-E660-8D7E-CEAC-95522A267E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13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96CF67BB-DD54-32B8-5E0E-C2856FE2B2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54A4FCD-7F5C-3DDB-B429-0D98B3C1E7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 dirty="0"/>
              <a:t>不同介质的参数估计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4F0788C6-5D5E-F5A6-790A-33AF029F223D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4278094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现在正在针对性的，分析不同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NVM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存储介质的关键参数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不同的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10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种代表性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NVM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介质：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SRAM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 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DCIM</a:t>
            </a:r>
          </a:p>
          <a:p>
            <a:pPr>
              <a:spcAft>
                <a:spcPts val="600"/>
              </a:spcAft>
            </a:pP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SRAM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 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ACIM</a:t>
            </a:r>
          </a:p>
          <a:p>
            <a:pPr>
              <a:spcAft>
                <a:spcPts val="600"/>
              </a:spcAft>
            </a:pP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2D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 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NOR</a:t>
            </a:r>
          </a:p>
          <a:p>
            <a:pPr>
              <a:spcAft>
                <a:spcPts val="600"/>
              </a:spcAft>
            </a:pP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3D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 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NAND</a:t>
            </a:r>
          </a:p>
          <a:p>
            <a:pPr>
              <a:spcAft>
                <a:spcPts val="600"/>
              </a:spcAft>
            </a:pP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RRAM</a:t>
            </a:r>
          </a:p>
          <a:p>
            <a:pPr>
              <a:spcAft>
                <a:spcPts val="600"/>
              </a:spcAft>
            </a:pP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MRAM</a:t>
            </a:r>
          </a:p>
          <a:p>
            <a:pPr>
              <a:spcAft>
                <a:spcPts val="600"/>
              </a:spcAft>
            </a:pP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PCM</a:t>
            </a:r>
          </a:p>
          <a:p>
            <a:pPr>
              <a:spcAft>
                <a:spcPts val="600"/>
              </a:spcAft>
            </a:pPr>
            <a:r>
              <a:rPr lang="en-US" altLang="zh-CN" sz="1600" b="1" err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FeRAM</a:t>
            </a:r>
            <a:endParaRPr lang="en-US" altLang="zh-CN" sz="1600" b="1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en-US" altLang="zh-CN" sz="1600" b="1" err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eDRAM</a:t>
            </a:r>
            <a:endParaRPr lang="en-US" altLang="zh-CN" sz="1600" b="1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FeNOR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AC25EBB9-AE1F-F80B-A8DE-B740F21E5C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1431" y="1055076"/>
            <a:ext cx="4298129" cy="5737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90443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45B48E-C8EA-A4C5-C1A2-1AEA7E354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8B92BA47-9671-E66A-928E-00C2F9309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14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B24B761B-ADDC-6B73-6CC5-9FC5E1E363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8761C42-F46E-578C-936E-FA9BE1BD5F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 dirty="0"/>
              <a:t>不同介质的参数估计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9C3EC528-0702-2C52-2808-FCE9E1CB8E23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58221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SRAM ACIM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（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9T1C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）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整体的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RI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很小，因为擦写非常快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3AE6FEA5-1C40-4437-CCDE-8CDEC23E43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250" y="3010023"/>
            <a:ext cx="5840950" cy="3273551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8D7304BE-4F24-543C-7F73-CA77536FF8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0300" y="3197475"/>
            <a:ext cx="5981700" cy="3086100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8EBF1C71-4242-024E-E3D4-52F91AF54D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92340" y="0"/>
            <a:ext cx="4899660" cy="2512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1084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9060D1-151D-BC49-EEF0-2DA60FB20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2022544-6E43-D1E2-ADD4-E6A960FEB1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15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D77A4257-9553-4BB7-D0A0-0F019E7F98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B96E898-1447-9DF3-F26B-540ECF3D47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不同介质的参数估计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CE94AFB6-FA1E-3EE7-66EC-85475DB9E149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58221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SRAM DCIM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（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6T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）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和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ACIM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的参数差不多，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streaming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甚至更慢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07FB388F-CB2F-7F4F-4C28-080768BA1B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050" y="2899770"/>
            <a:ext cx="5822949" cy="3438064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DAAB5877-CC70-007F-518F-6BF7ECA989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7302" y="2746574"/>
            <a:ext cx="5933258" cy="4010034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5714C0A8-7652-EE08-772B-04C8B04BFC7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23308"/>
          <a:stretch>
            <a:fillRect/>
          </a:stretch>
        </p:blipFill>
        <p:spPr>
          <a:xfrm>
            <a:off x="7459981" y="-1"/>
            <a:ext cx="4640580" cy="2589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251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B7FA3A-328B-F760-E4DC-F46031CEDD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9B1F1A1-A83B-136A-BABE-B97EB62955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16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FC270949-E5C8-3296-33C7-5A1FC7A1A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F64C5F2-46A0-E294-A6D3-2EA575A4F3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不同介质的参数估计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1C60CC4A-1EB6-8E4B-FF3E-FE447502CB70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58221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2D NOR Flash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（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SLC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）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整体的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RI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变大了很多，因为擦写速度慢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44C63A60-4BF0-0FE6-C0C9-B938353553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962" y="2964180"/>
            <a:ext cx="5883038" cy="3071324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E8B2E2B8-BD79-C6B5-9588-35601459BD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242" y="3080482"/>
            <a:ext cx="5883038" cy="3693698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43679899-7DC8-F090-7BC6-084F3482D2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83820"/>
            <a:ext cx="5471160" cy="2582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04741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18C3E-0B1C-4C99-65EB-C3E7646C8B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110B1F1-1F0B-F479-66ED-E6401C1AB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17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1FC533E0-E78F-8380-EA0C-FA1CB22554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1442BC9-C3F4-B6BE-F2E7-9800FA7695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不同介质的参数估计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3A0996C0-76D3-A890-0B9D-A1A0ABA89B81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58221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3D NAND Flash 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（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SLC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）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比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NOR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的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RI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还更小一点，因为读速度太慢了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3D0F6CC7-9A93-3425-E9B4-DC2A099F0E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" y="2941319"/>
            <a:ext cx="5890260" cy="3502741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85FAF618-91A5-ADB5-92D6-5831D588A4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1740" y="2845825"/>
            <a:ext cx="5890260" cy="563493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FF12AC31-5AC4-8CDB-10D1-D08364934A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740" y="3448683"/>
            <a:ext cx="5890260" cy="3258722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C47D17B6-5861-E57C-F795-F07F864910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91400" y="0"/>
            <a:ext cx="4800600" cy="2378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43552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3DAFE6-C06E-1BF5-155E-8312BCE13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9CE68ED5-4FC2-00F7-F8F5-1DC6BC9D89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18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4B3F2C8A-77DD-0B39-D863-44DC501648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B791D25-347B-6CE3-8892-CC00447A0B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不同介质的参数估计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6D56BF3D-6800-816D-EB7B-E032EBE6364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58221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RRAM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（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2T1R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）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比较典型的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NVM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，读快写慢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E9F4CAE6-0427-F7C1-C953-EB96FB7670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080" y="2991998"/>
            <a:ext cx="5836920" cy="3296092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71ED7D47-846B-92D2-BADB-C4EDA6C343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4643" y="2895600"/>
            <a:ext cx="5922395" cy="3883538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5F0AA757-C153-76BE-863E-8EBC55B23B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8868" y="0"/>
            <a:ext cx="2499046" cy="2784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49415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8B5EE-97BE-6DEA-1B53-4EA4CF04CD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5BE1E3A-E292-D156-FABF-5B0102E47E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19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A6D6D5D9-E15D-9819-8013-D19F7B419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1B3F9BC-CA1D-B4EF-D682-72B0B1402C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不同介质的参数估计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357AC1A4-E141-D5EB-8882-69598CC7D0E8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58221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MRAM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（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2T2M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）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和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SRAM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的读速度差不多，但是擦写速度慢很多，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RI~1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FE2634DB-A779-664D-758D-0A59895B96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286" y="3136900"/>
            <a:ext cx="5794714" cy="3073152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326DEC7F-D7FA-DB84-E898-EC3C48D4A1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2714" y="2367145"/>
            <a:ext cx="5842000" cy="4341501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64BC7641-86CE-0ED8-C34E-5A8A7AD47A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5950" y="8314"/>
            <a:ext cx="5226050" cy="1945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68807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481E32-2BA0-04A3-54B6-E4F09B2020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BC8CF269-EC48-6532-C11F-FFE8E6BDE2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20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2814401C-8FF2-8E7E-FF19-8390724796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5DE9729-8116-D0F5-B40C-0B8E877845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不同介质的参数估计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129D401F-7F23-BF6A-E94A-29CC9FE15270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58221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PCM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（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SLC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）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读写的速度差不多，写速度略快一些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0953A627-B0DD-AD2F-6E9B-62B37D9AAF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980" y="3106579"/>
            <a:ext cx="5784020" cy="3152161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C32AFD20-A87A-6E18-27AC-3BE6E14442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7120" y="2442400"/>
            <a:ext cx="5569780" cy="4296568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52EA492F-DCE5-4606-5BCF-F68093B4D4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88200" y="38866"/>
            <a:ext cx="5003800" cy="1943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273265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FC6E4B-0F0A-A683-1AF9-D9E32646EA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DDAFB4EA-59B8-853F-7A65-8209CD0D8F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21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0666030B-785A-D27C-210F-FE6E362146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1805721-C31E-14DF-D6C4-581787D849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不同介质的参数估计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06D4C56F-0F48-DD6F-E382-763A62966C0E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58221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HfO</a:t>
            </a:r>
            <a:r>
              <a:rPr lang="en-US" altLang="zh-CN" sz="1600" baseline="-250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2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 FeRAM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（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1T1C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）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读写速度都比较可观，整体来说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RI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比较稳定在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~0.2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附近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5BFD0784-596C-EBE0-AE4D-A38274C521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617" y="3117850"/>
            <a:ext cx="5779384" cy="3202149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5195CDCA-4954-B70F-CF70-CF5DCD34E0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2793" y="2442400"/>
            <a:ext cx="5696926" cy="4356473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6884AFEB-BAF3-9081-7B58-7FD842FC36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5692" y="0"/>
            <a:ext cx="5046308" cy="1758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456500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07E6E-BB42-DD09-9696-EC3C33C93E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FEDD059C-5F60-AA30-DDF0-3E2BD35D8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22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0D1C37B6-C2D3-57FB-11F0-7CBCFE5031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2AB233C-33A5-8F00-8270-9CC781C832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不同介质的参数估计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CAABF6FC-D95D-FB82-140B-754FCEB4EC2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58221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altLang="zh-CN" sz="1600" err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eDRAM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（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3T1C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）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擦写速度很快，读速度受限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2529DFF6-23D7-E274-9858-09A6B3776B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795" y="3149601"/>
            <a:ext cx="5845205" cy="3316490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15D2701C-8683-4683-DE4D-3DB3EB89D6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9620" y="2763300"/>
            <a:ext cx="5845204" cy="3992572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1FF0668E-9B50-931E-BEE2-C4D6D56950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5177" y="91521"/>
            <a:ext cx="5029647" cy="1768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399163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36A069-3B46-8D78-6F63-614710D034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14065DED-13E6-84FC-A1D4-1C34E4C00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23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5778F0DC-DB67-30FC-8C91-70EC32354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90EADC4-18D9-9665-1926-B22C8CAD49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不同介质的参数估计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7BBB7E92-C798-1194-E622-96633913FB39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58221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3D FeNOR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（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AND SLC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）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读写速度基本持平，相对的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RI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偏中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7EDBB829-B0DE-D0D6-12D0-C07E25A1B3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043" y="3225800"/>
            <a:ext cx="5871957" cy="3291119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3E5D89E6-E916-FBE1-79F8-0AED7C8E42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4936" y="3225800"/>
            <a:ext cx="5853569" cy="3117850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ECE01430-0BB8-632B-0B44-CF0B26A535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5180" y="0"/>
            <a:ext cx="4976820" cy="2362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235448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CAA979-F7CD-0303-3938-F782AB3F74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274E89B3-FFDE-25C5-02FF-22194B5644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24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F7C695B3-CA32-4848-6F9D-CA30E2382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420C09D-F0DB-B66E-9A21-C2DA31C9C9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不同介质的参数估计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00399437-B9BF-0705-7652-9FA6AA162E3D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24622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整体结果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03E007CA-99FD-7CB6-1348-2F67A9C203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7948" y="1790339"/>
            <a:ext cx="9689102" cy="4898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20075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DC8904-0B7C-D37E-BEFC-C96BC77FB1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41A3C8FE-7136-10E8-5BB6-B06B94E859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25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E23A9575-C0C5-E9BC-5DD3-E162E24A8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B1A3384-4C55-B195-C3D0-DA1254CF2E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不同介质的参数估计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988AAC9B-3317-F15C-0E7D-A7269852DAA9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24622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整体结果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F3820E80-2D4F-56E6-420A-CFDF2D236F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9200" y="1784515"/>
            <a:ext cx="9470764" cy="4977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558065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006F7-A233-7819-8B4F-023105CDB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0D227E9A-C1F8-8AD3-8B8D-6C987F802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26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5055AB68-717E-2733-92C8-6BE1643199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4EE2750-6657-8F49-4EFA-1156BE5419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en-US" altLang="zh-CN" dirty="0"/>
              <a:t>AI</a:t>
            </a:r>
            <a:r>
              <a:rPr lang="zh-CN" altLang="en-US" dirty="0"/>
              <a:t>推理的典型</a:t>
            </a:r>
            <a:r>
              <a:rPr lang="en-US" altLang="zh-CN" dirty="0"/>
              <a:t>workload</a:t>
            </a:r>
            <a:r>
              <a:rPr lang="zh-CN" altLang="en-US" dirty="0"/>
              <a:t>分析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9BC72FD4-F934-7212-E7AB-B36B2B9AEAF1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24622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进一步的，我们可以估算不同的算法任务的需求，即 </a:t>
            </a:r>
            <a:r>
              <a:rPr lang="en-US" altLang="zh-CN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Qs</a:t>
            </a:r>
            <a:r>
              <a:rPr lang="zh-CN" altLang="en-US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 </a:t>
            </a:r>
            <a:r>
              <a:rPr lang="en-US" altLang="zh-CN" sz="1600" dirty="0" err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Qr</a:t>
            </a:r>
            <a:endParaRPr lang="en-US" altLang="zh-CN" sz="1600" dirty="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D3CFB818-D29C-FF79-7048-4D29E2839F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60" y="3116871"/>
            <a:ext cx="6019800" cy="1634720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CCB26D37-53AC-B580-00F9-D53D93CF60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4360" y="3272851"/>
            <a:ext cx="5991440" cy="3426384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9ABEB855-FB48-A316-33C1-99411337F2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000" y="4986043"/>
            <a:ext cx="5808133" cy="8588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9090939"/>
      </p:ext>
    </p:extLst>
  </p:cSld>
  <p:clrMapOvr>
    <a:masterClrMapping/>
  </p:clrMapOvr>
</p:sld>
</file>

<file path=ppt/theme/theme1.xml><?xml version="1.0" encoding="utf-8"?>
<a:theme xmlns:a="http://schemas.openxmlformats.org/drawingml/2006/main" name="Normal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ormal" id="{5D8C14A8-C438-4388-9D5F-E23EA9C665EC}" vid="{255273D1-3B83-4E5C-AF9B-785BEE898C45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</TotalTime>
  <Words>2694</Words>
  <Application>Microsoft Office PowerPoint</Application>
  <PresentationFormat>宽屏</PresentationFormat>
  <Paragraphs>223</Paragraphs>
  <Slides>27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27</vt:i4>
      </vt:variant>
    </vt:vector>
  </HeadingPairs>
  <TitlesOfParts>
    <vt:vector size="34" baseType="lpstr">
      <vt:lpstr>等线</vt:lpstr>
      <vt:lpstr>黑体</vt:lpstr>
      <vt:lpstr>Arial</vt:lpstr>
      <vt:lpstr>Calibri</vt:lpstr>
      <vt:lpstr>Cambria Math</vt:lpstr>
      <vt:lpstr>Times New Roman</vt:lpstr>
      <vt:lpstr>Normal</vt:lpstr>
      <vt:lpstr>CIM Roofline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Shaw HanY</dc:creator>
  <cp:lastModifiedBy>HanY Shaw</cp:lastModifiedBy>
  <cp:revision>1</cp:revision>
  <dcterms:created xsi:type="dcterms:W3CDTF">2025-05-15T02:23:24Z</dcterms:created>
  <dcterms:modified xsi:type="dcterms:W3CDTF">2026-09-22T09:15:47Z</dcterms:modified>
</cp:coreProperties>
</file>