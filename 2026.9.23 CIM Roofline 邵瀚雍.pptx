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1" r:id="rId1"/>
  </p:sldMasterIdLst>
  <p:notesMasterIdLst>
    <p:notesMasterId r:id="rId38"/>
  </p:notesMasterIdLst>
  <p:sldIdLst>
    <p:sldId id="256" r:id="rId2"/>
    <p:sldId id="390" r:id="rId3"/>
    <p:sldId id="391" r:id="rId4"/>
    <p:sldId id="392" r:id="rId5"/>
    <p:sldId id="393" r:id="rId6"/>
    <p:sldId id="361" r:id="rId7"/>
    <p:sldId id="380" r:id="rId8"/>
    <p:sldId id="381" r:id="rId9"/>
    <p:sldId id="382" r:id="rId10"/>
    <p:sldId id="387" r:id="rId11"/>
    <p:sldId id="388" r:id="rId12"/>
    <p:sldId id="389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8" r:id="rId28"/>
    <p:sldId id="411" r:id="rId29"/>
    <p:sldId id="410" r:id="rId30"/>
    <p:sldId id="412" r:id="rId31"/>
    <p:sldId id="413" r:id="rId32"/>
    <p:sldId id="414" r:id="rId33"/>
    <p:sldId id="415" r:id="rId34"/>
    <p:sldId id="416" r:id="rId35"/>
    <p:sldId id="417" r:id="rId36"/>
    <p:sldId id="418" r:id="rId3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48AE"/>
    <a:srgbClr val="1A9AAA"/>
    <a:srgbClr val="ECE5F8"/>
    <a:srgbClr val="E2F4EF"/>
    <a:srgbClr val="E4DAF3"/>
    <a:srgbClr val="9B72D1"/>
    <a:srgbClr val="EBF1F7"/>
    <a:srgbClr val="E4ECF2"/>
    <a:srgbClr val="C1C7CD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379C4-0CE1-4695-AE13-D51139ACAA82}" v="2599" dt="2026-10-07T02:59:11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. Shine" userId="fc27ff59f79380b6" providerId="LiveId" clId="{49B3E6E0-4B1E-4AD6-A829-DE648B7A64C9}"/>
    <pc:docChg chg="undo redo custSel addSld delSld modSld sldOrd">
      <pc:chgData name="H. Shine" userId="fc27ff59f79380b6" providerId="LiveId" clId="{49B3E6E0-4B1E-4AD6-A829-DE648B7A64C9}" dt="2026-10-07T02:59:11.650" v="3521" actId="114"/>
      <pc:docMkLst>
        <pc:docMk/>
      </pc:docMkLst>
      <pc:sldChg chg="modSp mod">
        <pc:chgData name="H. Shine" userId="fc27ff59f79380b6" providerId="LiveId" clId="{49B3E6E0-4B1E-4AD6-A829-DE648B7A64C9}" dt="2026-09-07T07:59:45.773" v="21" actId="20577"/>
        <pc:sldMkLst>
          <pc:docMk/>
          <pc:sldMk cId="1619921417" sldId="256"/>
        </pc:sldMkLst>
        <pc:spChg chg="mod">
          <ac:chgData name="H. Shine" userId="fc27ff59f79380b6" providerId="LiveId" clId="{49B3E6E0-4B1E-4AD6-A829-DE648B7A64C9}" dt="2026-09-07T07:59:33.778" v="5" actId="20577"/>
          <ac:spMkLst>
            <pc:docMk/>
            <pc:sldMk cId="1619921417" sldId="256"/>
            <ac:spMk id="2" creationId="{49ECD174-10B3-A233-9B16-EF4C324B0B7A}"/>
          </ac:spMkLst>
        </pc:spChg>
        <pc:spChg chg="mod">
          <ac:chgData name="H. Shine" userId="fc27ff59f79380b6" providerId="LiveId" clId="{49B3E6E0-4B1E-4AD6-A829-DE648B7A64C9}" dt="2026-09-07T07:59:39.347" v="19" actId="20577"/>
          <ac:spMkLst>
            <pc:docMk/>
            <pc:sldMk cId="1619921417" sldId="256"/>
            <ac:spMk id="3" creationId="{20795EDB-880E-5C16-E53C-473F73C876E1}"/>
          </ac:spMkLst>
        </pc:spChg>
        <pc:spChg chg="mod">
          <ac:chgData name="H. Shine" userId="fc27ff59f79380b6" providerId="LiveId" clId="{49B3E6E0-4B1E-4AD6-A829-DE648B7A64C9}" dt="2026-09-07T07:59:45.773" v="21" actId="20577"/>
          <ac:spMkLst>
            <pc:docMk/>
            <pc:sldMk cId="1619921417" sldId="256"/>
            <ac:spMk id="4" creationId="{986E41AB-95C1-5582-9161-167D561066F5}"/>
          </ac:spMkLst>
        </pc:spChg>
      </pc:sldChg>
      <pc:sldChg chg="modSp add">
        <pc:chgData name="H. Shine" userId="fc27ff59f79380b6" providerId="LiveId" clId="{49B3E6E0-4B1E-4AD6-A829-DE648B7A64C9}" dt="2026-09-07T09:19:38.778" v="831"/>
        <pc:sldMkLst>
          <pc:docMk/>
          <pc:sldMk cId="1755483739" sldId="361"/>
        </pc:sldMkLst>
        <pc:spChg chg="mod">
          <ac:chgData name="H. Shine" userId="fc27ff59f79380b6" providerId="LiveId" clId="{49B3E6E0-4B1E-4AD6-A829-DE648B7A64C9}" dt="2026-09-07T09:19:27.418" v="824"/>
          <ac:spMkLst>
            <pc:docMk/>
            <pc:sldMk cId="1755483739" sldId="361"/>
            <ac:spMk id="3" creationId="{954398CF-044B-CA30-6B04-98BAB850B29E}"/>
          </ac:spMkLst>
        </pc:spChg>
        <pc:spChg chg="mod">
          <ac:chgData name="H. Shine" userId="fc27ff59f79380b6" providerId="LiveId" clId="{49B3E6E0-4B1E-4AD6-A829-DE648B7A64C9}" dt="2026-09-07T09:19:38.778" v="831"/>
          <ac:spMkLst>
            <pc:docMk/>
            <pc:sldMk cId="1755483739" sldId="361"/>
            <ac:spMk id="4" creationId="{C01823E8-8D90-841F-60E7-1CC6591856C3}"/>
          </ac:spMkLst>
        </pc:spChg>
      </pc:sldChg>
      <pc:sldChg chg="modSp add">
        <pc:chgData name="H. Shine" userId="fc27ff59f79380b6" providerId="LiveId" clId="{49B3E6E0-4B1E-4AD6-A829-DE648B7A64C9}" dt="2026-09-07T09:19:50.910" v="834"/>
        <pc:sldMkLst>
          <pc:docMk/>
          <pc:sldMk cId="3685055001" sldId="380"/>
        </pc:sldMkLst>
        <pc:spChg chg="mod">
          <ac:chgData name="H. Shine" userId="fc27ff59f79380b6" providerId="LiveId" clId="{49B3E6E0-4B1E-4AD6-A829-DE648B7A64C9}" dt="2026-09-07T09:19:30.012" v="827"/>
          <ac:spMkLst>
            <pc:docMk/>
            <pc:sldMk cId="3685055001" sldId="380"/>
            <ac:spMk id="3" creationId="{5A95E173-2666-C14A-B386-A407E623A109}"/>
          </ac:spMkLst>
        </pc:spChg>
        <pc:spChg chg="mod">
          <ac:chgData name="H. Shine" userId="fc27ff59f79380b6" providerId="LiveId" clId="{49B3E6E0-4B1E-4AD6-A829-DE648B7A64C9}" dt="2026-09-07T09:19:50.910" v="834"/>
          <ac:spMkLst>
            <pc:docMk/>
            <pc:sldMk cId="3685055001" sldId="380"/>
            <ac:spMk id="4" creationId="{6AEDCBDE-96DE-1696-B36B-5741F4E8F3BA}"/>
          </ac:spMkLst>
        </pc:spChg>
      </pc:sldChg>
      <pc:sldChg chg="modSp add">
        <pc:chgData name="H. Shine" userId="fc27ff59f79380b6" providerId="LiveId" clId="{49B3E6E0-4B1E-4AD6-A829-DE648B7A64C9}" dt="2026-09-07T09:19:53.093" v="835"/>
        <pc:sldMkLst>
          <pc:docMk/>
          <pc:sldMk cId="432286981" sldId="381"/>
        </pc:sldMkLst>
        <pc:spChg chg="mod">
          <ac:chgData name="H. Shine" userId="fc27ff59f79380b6" providerId="LiveId" clId="{49B3E6E0-4B1E-4AD6-A829-DE648B7A64C9}" dt="2026-09-07T09:19:31.034" v="828"/>
          <ac:spMkLst>
            <pc:docMk/>
            <pc:sldMk cId="432286981" sldId="381"/>
            <ac:spMk id="3" creationId="{F9313387-7B5F-DF4A-B532-C1A9CF983443}"/>
          </ac:spMkLst>
        </pc:spChg>
        <pc:spChg chg="mod">
          <ac:chgData name="H. Shine" userId="fc27ff59f79380b6" providerId="LiveId" clId="{49B3E6E0-4B1E-4AD6-A829-DE648B7A64C9}" dt="2026-09-07T09:19:53.093" v="835"/>
          <ac:spMkLst>
            <pc:docMk/>
            <pc:sldMk cId="432286981" sldId="381"/>
            <ac:spMk id="4" creationId="{CB1C1BDE-821C-7D29-A76C-08BDB312FFF1}"/>
          </ac:spMkLst>
        </pc:spChg>
      </pc:sldChg>
      <pc:sldChg chg="modSp add">
        <pc:chgData name="H. Shine" userId="fc27ff59f79380b6" providerId="LiveId" clId="{49B3E6E0-4B1E-4AD6-A829-DE648B7A64C9}" dt="2026-09-07T09:19:54.791" v="836"/>
        <pc:sldMkLst>
          <pc:docMk/>
          <pc:sldMk cId="3801663006" sldId="382"/>
        </pc:sldMkLst>
        <pc:spChg chg="mod">
          <ac:chgData name="H. Shine" userId="fc27ff59f79380b6" providerId="LiveId" clId="{49B3E6E0-4B1E-4AD6-A829-DE648B7A64C9}" dt="2026-09-07T09:19:32.393" v="829"/>
          <ac:spMkLst>
            <pc:docMk/>
            <pc:sldMk cId="3801663006" sldId="382"/>
            <ac:spMk id="3" creationId="{93EB0264-D161-6203-90AA-697CE41576E6}"/>
          </ac:spMkLst>
        </pc:spChg>
        <pc:spChg chg="mod">
          <ac:chgData name="H. Shine" userId="fc27ff59f79380b6" providerId="LiveId" clId="{49B3E6E0-4B1E-4AD6-A829-DE648B7A64C9}" dt="2026-09-07T09:19:54.791" v="836"/>
          <ac:spMkLst>
            <pc:docMk/>
            <pc:sldMk cId="3801663006" sldId="382"/>
            <ac:spMk id="4" creationId="{A428565C-C41C-A3C2-3442-C2723653FD52}"/>
          </ac:spMkLst>
        </pc:spChg>
      </pc:sldChg>
      <pc:sldChg chg="modSp add ord">
        <pc:chgData name="H. Shine" userId="fc27ff59f79380b6" providerId="LiveId" clId="{49B3E6E0-4B1E-4AD6-A829-DE648B7A64C9}" dt="2026-09-07T09:18:14.128" v="816"/>
        <pc:sldMkLst>
          <pc:docMk/>
          <pc:sldMk cId="1808672707" sldId="387"/>
        </pc:sldMkLst>
        <pc:spChg chg="mod">
          <ac:chgData name="H. Shine" userId="fc27ff59f79380b6" providerId="LiveId" clId="{49B3E6E0-4B1E-4AD6-A829-DE648B7A64C9}" dt="2026-09-07T09:17:41.886" v="784"/>
          <ac:spMkLst>
            <pc:docMk/>
            <pc:sldMk cId="1808672707" sldId="387"/>
            <ac:spMk id="3" creationId="{3ACDABE2-A0F4-308D-5B4E-18093B0FFF1E}"/>
          </ac:spMkLst>
        </pc:spChg>
        <pc:spChg chg="mod">
          <ac:chgData name="H. Shine" userId="fc27ff59f79380b6" providerId="LiveId" clId="{49B3E6E0-4B1E-4AD6-A829-DE648B7A64C9}" dt="2026-09-07T09:18:08.863" v="814"/>
          <ac:spMkLst>
            <pc:docMk/>
            <pc:sldMk cId="1808672707" sldId="387"/>
            <ac:spMk id="4" creationId="{D159C537-381F-D19A-EFF9-B24CADE8824C}"/>
          </ac:spMkLst>
        </pc:spChg>
      </pc:sldChg>
      <pc:sldChg chg="modSp add">
        <pc:chgData name="H. Shine" userId="fc27ff59f79380b6" providerId="LiveId" clId="{49B3E6E0-4B1E-4AD6-A829-DE648B7A64C9}" dt="2026-09-07T09:18:18.752" v="818"/>
        <pc:sldMkLst>
          <pc:docMk/>
          <pc:sldMk cId="1192308576" sldId="388"/>
        </pc:sldMkLst>
        <pc:spChg chg="mod">
          <ac:chgData name="H. Shine" userId="fc27ff59f79380b6" providerId="LiveId" clId="{49B3E6E0-4B1E-4AD6-A829-DE648B7A64C9}" dt="2026-09-07T09:17:42.762" v="785"/>
          <ac:spMkLst>
            <pc:docMk/>
            <pc:sldMk cId="1192308576" sldId="388"/>
            <ac:spMk id="3" creationId="{3DFFA0E4-41EE-CA11-2D67-46B161D68422}"/>
          </ac:spMkLst>
        </pc:spChg>
        <pc:spChg chg="mod">
          <ac:chgData name="H. Shine" userId="fc27ff59f79380b6" providerId="LiveId" clId="{49B3E6E0-4B1E-4AD6-A829-DE648B7A64C9}" dt="2026-09-07T09:18:18.752" v="818"/>
          <ac:spMkLst>
            <pc:docMk/>
            <pc:sldMk cId="1192308576" sldId="388"/>
            <ac:spMk id="4" creationId="{F7836FBF-D1AE-3D57-5A2F-56BC4E40645B}"/>
          </ac:spMkLst>
        </pc:spChg>
      </pc:sldChg>
      <pc:sldChg chg="modSp add">
        <pc:chgData name="H. Shine" userId="fc27ff59f79380b6" providerId="LiveId" clId="{49B3E6E0-4B1E-4AD6-A829-DE648B7A64C9}" dt="2026-09-07T09:18:21.739" v="819"/>
        <pc:sldMkLst>
          <pc:docMk/>
          <pc:sldMk cId="4100147550" sldId="389"/>
        </pc:sldMkLst>
        <pc:spChg chg="mod">
          <ac:chgData name="H. Shine" userId="fc27ff59f79380b6" providerId="LiveId" clId="{49B3E6E0-4B1E-4AD6-A829-DE648B7A64C9}" dt="2026-09-07T09:17:44.176" v="786"/>
          <ac:spMkLst>
            <pc:docMk/>
            <pc:sldMk cId="4100147550" sldId="389"/>
            <ac:spMk id="3" creationId="{F9946AE8-8DDC-D8D0-26A3-00AFD100679F}"/>
          </ac:spMkLst>
        </pc:spChg>
        <pc:spChg chg="mod">
          <ac:chgData name="H. Shine" userId="fc27ff59f79380b6" providerId="LiveId" clId="{49B3E6E0-4B1E-4AD6-A829-DE648B7A64C9}" dt="2026-09-07T09:18:21.739" v="819"/>
          <ac:spMkLst>
            <pc:docMk/>
            <pc:sldMk cId="4100147550" sldId="389"/>
            <ac:spMk id="4" creationId="{AA23BEE2-8214-CDEA-B079-891BE78E96AD}"/>
          </ac:spMkLst>
        </pc:spChg>
      </pc:sldChg>
      <pc:sldChg chg="delSp modSp add mod">
        <pc:chgData name="H. Shine" userId="fc27ff59f79380b6" providerId="LiveId" clId="{49B3E6E0-4B1E-4AD6-A829-DE648B7A64C9}" dt="2026-09-07T08:52:01.998" v="311" actId="113"/>
        <pc:sldMkLst>
          <pc:docMk/>
          <pc:sldMk cId="1694393957" sldId="390"/>
        </pc:sldMkLst>
        <pc:spChg chg="mod">
          <ac:chgData name="H. Shine" userId="fc27ff59f79380b6" providerId="LiveId" clId="{49B3E6E0-4B1E-4AD6-A829-DE648B7A64C9}" dt="2026-09-07T08:37:33.627" v="29"/>
          <ac:spMkLst>
            <pc:docMk/>
            <pc:sldMk cId="1694393957" sldId="390"/>
            <ac:spMk id="3" creationId="{EB43C732-6222-0D33-66C4-0F06A2A931A9}"/>
          </ac:spMkLst>
        </pc:spChg>
        <pc:spChg chg="mod">
          <ac:chgData name="H. Shine" userId="fc27ff59f79380b6" providerId="LiveId" clId="{49B3E6E0-4B1E-4AD6-A829-DE648B7A64C9}" dt="2026-09-07T08:37:36.576" v="39"/>
          <ac:spMkLst>
            <pc:docMk/>
            <pc:sldMk cId="1694393957" sldId="390"/>
            <ac:spMk id="4" creationId="{4D331936-B8FC-A114-96B6-115568608E67}"/>
          </ac:spMkLst>
        </pc:spChg>
        <pc:spChg chg="mod">
          <ac:chgData name="H. Shine" userId="fc27ff59f79380b6" providerId="LiveId" clId="{49B3E6E0-4B1E-4AD6-A829-DE648B7A64C9}" dt="2026-09-07T08:52:01.998" v="311" actId="113"/>
          <ac:spMkLst>
            <pc:docMk/>
            <pc:sldMk cId="1694393957" sldId="390"/>
            <ac:spMk id="5" creationId="{F4C4292A-00AF-89A9-47AE-A42F32DB06C7}"/>
          </ac:spMkLst>
        </pc:spChg>
      </pc:sldChg>
      <pc:sldChg chg="addSp modSp add mod">
        <pc:chgData name="H. Shine" userId="fc27ff59f79380b6" providerId="LiveId" clId="{49B3E6E0-4B1E-4AD6-A829-DE648B7A64C9}" dt="2026-09-07T09:21:46.312" v="862"/>
        <pc:sldMkLst>
          <pc:docMk/>
          <pc:sldMk cId="3696902999" sldId="391"/>
        </pc:sldMkLst>
        <pc:spChg chg="mod">
          <ac:chgData name="H. Shine" userId="fc27ff59f79380b6" providerId="LiveId" clId="{49B3E6E0-4B1E-4AD6-A829-DE648B7A64C9}" dt="2026-09-07T09:21:46.312" v="862"/>
          <ac:spMkLst>
            <pc:docMk/>
            <pc:sldMk cId="3696902999" sldId="391"/>
            <ac:spMk id="4" creationId="{B6C0E3AC-03A4-7CF3-1112-EB7DFA38E5F7}"/>
          </ac:spMkLst>
        </pc:spChg>
        <pc:spChg chg="mod">
          <ac:chgData name="H. Shine" userId="fc27ff59f79380b6" providerId="LiveId" clId="{49B3E6E0-4B1E-4AD6-A829-DE648B7A64C9}" dt="2026-09-07T08:52:43.846" v="346" actId="20577"/>
          <ac:spMkLst>
            <pc:docMk/>
            <pc:sldMk cId="3696902999" sldId="391"/>
            <ac:spMk id="5" creationId="{2D44965C-E949-7CE1-DCFE-1185A0489000}"/>
          </ac:spMkLst>
        </pc:spChg>
        <pc:graphicFrameChg chg="add mod modGraphic">
          <ac:chgData name="H. Shine" userId="fc27ff59f79380b6" providerId="LiveId" clId="{49B3E6E0-4B1E-4AD6-A829-DE648B7A64C9}" dt="2026-09-07T08:58:43.395" v="413" actId="113"/>
          <ac:graphicFrameMkLst>
            <pc:docMk/>
            <pc:sldMk cId="3696902999" sldId="391"/>
            <ac:graphicFrameMk id="7" creationId="{557D2015-5D19-5765-418C-7B4BE2849380}"/>
          </ac:graphicFrameMkLst>
        </pc:graphicFrameChg>
      </pc:sldChg>
      <pc:sldChg chg="addSp delSp modSp add mod ord">
        <pc:chgData name="H. Shine" userId="fc27ff59f79380b6" providerId="LiveId" clId="{49B3E6E0-4B1E-4AD6-A829-DE648B7A64C9}" dt="2026-09-07T09:21:52.622" v="866"/>
        <pc:sldMkLst>
          <pc:docMk/>
          <pc:sldMk cId="3710890351" sldId="392"/>
        </pc:sldMkLst>
        <pc:spChg chg="mod">
          <ac:chgData name="H. Shine" userId="fc27ff59f79380b6" providerId="LiveId" clId="{49B3E6E0-4B1E-4AD6-A829-DE648B7A64C9}" dt="2026-09-07T09:20:09.668" v="852"/>
          <ac:spMkLst>
            <pc:docMk/>
            <pc:sldMk cId="3710890351" sldId="392"/>
            <ac:spMk id="4" creationId="{D22BD0C9-46BE-582A-F511-F0175EADF3F9}"/>
          </ac:spMkLst>
        </pc:spChg>
        <pc:spChg chg="mod">
          <ac:chgData name="H. Shine" userId="fc27ff59f79380b6" providerId="LiveId" clId="{49B3E6E0-4B1E-4AD6-A829-DE648B7A64C9}" dt="2026-09-07T09:15:12.615" v="767"/>
          <ac:spMkLst>
            <pc:docMk/>
            <pc:sldMk cId="3710890351" sldId="392"/>
            <ac:spMk id="5" creationId="{0DBBD2F2-350B-EDEC-80D2-58D2960636AC}"/>
          </ac:spMkLst>
        </pc:spChg>
        <pc:graphicFrameChg chg="add mod modGraphic">
          <ac:chgData name="H. Shine" userId="fc27ff59f79380b6" providerId="LiveId" clId="{49B3E6E0-4B1E-4AD6-A829-DE648B7A64C9}" dt="2026-09-07T09:14:56.850" v="752" actId="1076"/>
          <ac:graphicFrameMkLst>
            <pc:docMk/>
            <pc:sldMk cId="3710890351" sldId="392"/>
            <ac:graphicFrameMk id="6" creationId="{B9F2A716-5000-DB6B-03ED-4D00880F9208}"/>
          </ac:graphicFrameMkLst>
        </pc:graphicFrameChg>
      </pc:sldChg>
      <pc:sldChg chg="addSp delSp modSp add mod ord">
        <pc:chgData name="H. Shine" userId="fc27ff59f79380b6" providerId="LiveId" clId="{49B3E6E0-4B1E-4AD6-A829-DE648B7A64C9}" dt="2026-09-07T09:19:20.901" v="822"/>
        <pc:sldMkLst>
          <pc:docMk/>
          <pc:sldMk cId="2446773611" sldId="393"/>
        </pc:sldMkLst>
        <pc:spChg chg="mod">
          <ac:chgData name="H. Shine" userId="fc27ff59f79380b6" providerId="LiveId" clId="{49B3E6E0-4B1E-4AD6-A829-DE648B7A64C9}" dt="2026-09-07T09:17:55.092" v="794" actId="20577"/>
          <ac:spMkLst>
            <pc:docMk/>
            <pc:sldMk cId="2446773611" sldId="393"/>
            <ac:spMk id="4" creationId="{934603AE-4E3E-69B1-063B-D0BE15B1EFCC}"/>
          </ac:spMkLst>
        </pc:spChg>
        <pc:spChg chg="mod">
          <ac:chgData name="H. Shine" userId="fc27ff59f79380b6" providerId="LiveId" clId="{49B3E6E0-4B1E-4AD6-A829-DE648B7A64C9}" dt="2026-09-07T09:09:58.518" v="660" actId="20577"/>
          <ac:spMkLst>
            <pc:docMk/>
            <pc:sldMk cId="2446773611" sldId="393"/>
            <ac:spMk id="5" creationId="{CB0EB615-3EBC-5A97-4FF6-6804449B6E42}"/>
          </ac:spMkLst>
        </pc:spChg>
        <pc:picChg chg="add mod">
          <ac:chgData name="H. Shine" userId="fc27ff59f79380b6" providerId="LiveId" clId="{49B3E6E0-4B1E-4AD6-A829-DE648B7A64C9}" dt="2026-09-07T09:16:50.705" v="772" actId="1076"/>
          <ac:picMkLst>
            <pc:docMk/>
            <pc:sldMk cId="2446773611" sldId="393"/>
            <ac:picMk id="8" creationId="{08968525-8DE5-FC5D-B471-A3F2030B11FF}"/>
          </ac:picMkLst>
        </pc:picChg>
        <pc:picChg chg="add mod">
          <ac:chgData name="H. Shine" userId="fc27ff59f79380b6" providerId="LiveId" clId="{49B3E6E0-4B1E-4AD6-A829-DE648B7A64C9}" dt="2026-09-07T09:16:53.493" v="774" actId="1076"/>
          <ac:picMkLst>
            <pc:docMk/>
            <pc:sldMk cId="2446773611" sldId="393"/>
            <ac:picMk id="10" creationId="{A4A53050-3EF9-4ABB-B957-2370911AA5B0}"/>
          </ac:picMkLst>
        </pc:picChg>
        <pc:picChg chg="add mod">
          <ac:chgData name="H. Shine" userId="fc27ff59f79380b6" providerId="LiveId" clId="{49B3E6E0-4B1E-4AD6-A829-DE648B7A64C9}" dt="2026-09-07T09:16:55.253" v="775" actId="1076"/>
          <ac:picMkLst>
            <pc:docMk/>
            <pc:sldMk cId="2446773611" sldId="393"/>
            <ac:picMk id="12" creationId="{2DC937E6-EDAD-AD7C-D20D-510F3B123307}"/>
          </ac:picMkLst>
        </pc:picChg>
        <pc:picChg chg="add mod">
          <ac:chgData name="H. Shine" userId="fc27ff59f79380b6" providerId="LiveId" clId="{49B3E6E0-4B1E-4AD6-A829-DE648B7A64C9}" dt="2026-09-07T09:17:02.635" v="780" actId="14100"/>
          <ac:picMkLst>
            <pc:docMk/>
            <pc:sldMk cId="2446773611" sldId="393"/>
            <ac:picMk id="14" creationId="{E66F20D6-9BC6-8936-6C80-ACE8CFAE666C}"/>
          </ac:picMkLst>
        </pc:picChg>
      </pc:sldChg>
      <pc:sldChg chg="modSp">
        <pc:chgData name="H. Shine" userId="fc27ff59f79380b6" providerId="LiveId" clId="{49B3E6E0-4B1E-4AD6-A829-DE648B7A64C9}" dt="2026-09-22T09:11:08.878" v="867"/>
        <pc:sldMkLst>
          <pc:docMk/>
          <pc:sldMk cId="1139044376" sldId="395"/>
        </pc:sldMkLst>
        <pc:spChg chg="mod">
          <ac:chgData name="H. Shine" userId="fc27ff59f79380b6" providerId="LiveId" clId="{49B3E6E0-4B1E-4AD6-A829-DE648B7A64C9}" dt="2026-09-22T09:11:08.878" v="867"/>
          <ac:spMkLst>
            <pc:docMk/>
            <pc:sldMk cId="1139044376" sldId="395"/>
            <ac:spMk id="4" creationId="{054A4FCD-7F5C-3DDB-B429-0D98B3C1E758}"/>
          </ac:spMkLst>
        </pc:spChg>
      </pc:sldChg>
      <pc:sldChg chg="addSp modSp mod">
        <pc:chgData name="H. Shine" userId="fc27ff59f79380b6" providerId="LiveId" clId="{49B3E6E0-4B1E-4AD6-A829-DE648B7A64C9}" dt="2026-09-22T09:33:02.899" v="928" actId="1076"/>
        <pc:sldMkLst>
          <pc:docMk/>
          <pc:sldMk cId="1652007512" sldId="406"/>
        </pc:sldMkLst>
        <pc:picChg chg="add mod">
          <ac:chgData name="H. Shine" userId="fc27ff59f79380b6" providerId="LiveId" clId="{49B3E6E0-4B1E-4AD6-A829-DE648B7A64C9}" dt="2026-09-22T09:33:02.899" v="928" actId="1076"/>
          <ac:picMkLst>
            <pc:docMk/>
            <pc:sldMk cId="1652007512" sldId="406"/>
            <ac:picMk id="7" creationId="{E9C79E18-20FD-A393-9AD6-2E8EE63F6A51}"/>
          </ac:picMkLst>
        </pc:picChg>
      </pc:sldChg>
      <pc:sldChg chg="delSp modSp add mod">
        <pc:chgData name="H. Shine" userId="fc27ff59f79380b6" providerId="LiveId" clId="{49B3E6E0-4B1E-4AD6-A829-DE648B7A64C9}" dt="2026-09-22T09:45:04.764" v="929" actId="1076"/>
        <pc:sldMkLst>
          <pc:docMk/>
          <pc:sldMk cId="4029090939" sldId="408"/>
        </pc:sldMkLst>
        <pc:spChg chg="mod">
          <ac:chgData name="H. Shine" userId="fc27ff59f79380b6" providerId="LiveId" clId="{49B3E6E0-4B1E-4AD6-A829-DE648B7A64C9}" dt="2026-09-22T09:15:23.370" v="910"/>
          <ac:spMkLst>
            <pc:docMk/>
            <pc:sldMk cId="4029090939" sldId="408"/>
            <ac:spMk id="4" creationId="{E4EE2750-6657-8F49-4EFA-1156BE541964}"/>
          </ac:spMkLst>
        </pc:spChg>
        <pc:spChg chg="mod">
          <ac:chgData name="H. Shine" userId="fc27ff59f79380b6" providerId="LiveId" clId="{49B3E6E0-4B1E-4AD6-A829-DE648B7A64C9}" dt="2026-09-22T09:15:32.113" v="914" actId="20577"/>
          <ac:spMkLst>
            <pc:docMk/>
            <pc:sldMk cId="4029090939" sldId="408"/>
            <ac:spMk id="5" creationId="{9BC72FD4-F934-7212-E7AB-B36B2B9AEAF1}"/>
          </ac:spMkLst>
        </pc:spChg>
        <pc:picChg chg="mod">
          <ac:chgData name="H. Shine" userId="fc27ff59f79380b6" providerId="LiveId" clId="{49B3E6E0-4B1E-4AD6-A829-DE648B7A64C9}" dt="2026-09-22T09:15:44.330" v="918" actId="1076"/>
          <ac:picMkLst>
            <pc:docMk/>
            <pc:sldMk cId="4029090939" sldId="408"/>
            <ac:picMk id="6" creationId="{D3CFB818-D29C-FF79-7048-4D29E2839F1D}"/>
          </ac:picMkLst>
        </pc:picChg>
        <pc:picChg chg="mod">
          <ac:chgData name="H. Shine" userId="fc27ff59f79380b6" providerId="LiveId" clId="{49B3E6E0-4B1E-4AD6-A829-DE648B7A64C9}" dt="2026-09-22T09:45:04.764" v="929" actId="1076"/>
          <ac:picMkLst>
            <pc:docMk/>
            <pc:sldMk cId="4029090939" sldId="408"/>
            <ac:picMk id="10" creationId="{CCB26D37-53AC-B580-00F9-D53D93CF60D7}"/>
          </ac:picMkLst>
        </pc:picChg>
        <pc:picChg chg="mod">
          <ac:chgData name="H. Shine" userId="fc27ff59f79380b6" providerId="LiveId" clId="{49B3E6E0-4B1E-4AD6-A829-DE648B7A64C9}" dt="2026-09-22T09:15:46.615" v="920" actId="1076"/>
          <ac:picMkLst>
            <pc:docMk/>
            <pc:sldMk cId="4029090939" sldId="408"/>
            <ac:picMk id="13" creationId="{9ABEB855-FB48-A316-33C1-99411337F2DB}"/>
          </ac:picMkLst>
        </pc:picChg>
      </pc:sldChg>
      <pc:sldChg chg="addSp delSp modSp add mod">
        <pc:chgData name="H. Shine" userId="fc27ff59f79380b6" providerId="LiveId" clId="{49B3E6E0-4B1E-4AD6-A829-DE648B7A64C9}" dt="2026-10-07T02:59:11.650" v="3521" actId="114"/>
        <pc:sldMkLst>
          <pc:docMk/>
          <pc:sldMk cId="1286769458" sldId="413"/>
        </pc:sldMkLst>
        <pc:spChg chg="mod">
          <ac:chgData name="H. Shine" userId="fc27ff59f79380b6" providerId="LiveId" clId="{49B3E6E0-4B1E-4AD6-A829-DE648B7A64C9}" dt="2026-10-06T03:55:17.023" v="1171" actId="1076"/>
          <ac:spMkLst>
            <pc:docMk/>
            <pc:sldMk cId="1286769458" sldId="413"/>
            <ac:spMk id="3" creationId="{3CB002BF-261A-8F3B-B02B-045A956A744D}"/>
          </ac:spMkLst>
        </pc:spChg>
        <pc:spChg chg="mod">
          <ac:chgData name="H. Shine" userId="fc27ff59f79380b6" providerId="LiveId" clId="{49B3E6E0-4B1E-4AD6-A829-DE648B7A64C9}" dt="2026-10-06T04:15:59.437" v="2132" actId="1076"/>
          <ac:spMkLst>
            <pc:docMk/>
            <pc:sldMk cId="1286769458" sldId="413"/>
            <ac:spMk id="4" creationId="{027805D5-B6E6-A2D3-285B-D4BE9E0C9D91}"/>
          </ac:spMkLst>
        </pc:spChg>
        <pc:spChg chg="add del mod">
          <ac:chgData name="H. Shine" userId="fc27ff59f79380b6" providerId="LiveId" clId="{49B3E6E0-4B1E-4AD6-A829-DE648B7A64C9}" dt="2026-10-06T07:42:58.602" v="3378" actId="1076"/>
          <ac:spMkLst>
            <pc:docMk/>
            <pc:sldMk cId="1286769458" sldId="413"/>
            <ac:spMk id="5" creationId="{6A1CE276-FF65-A335-29F7-669A5F697E2C}"/>
          </ac:spMkLst>
        </pc:spChg>
        <pc:spChg chg="add del">
          <ac:chgData name="H. Shine" userId="fc27ff59f79380b6" providerId="LiveId" clId="{49B3E6E0-4B1E-4AD6-A829-DE648B7A64C9}" dt="2026-10-07T02:59:03.762" v="3512" actId="22"/>
          <ac:spMkLst>
            <pc:docMk/>
            <pc:sldMk cId="1286769458" sldId="413"/>
            <ac:spMk id="9" creationId="{0DFEAE78-07BA-ADDE-B006-1841055BE4FA}"/>
          </ac:spMkLst>
        </pc:spChg>
        <pc:spChg chg="add mo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11" creationId="{059FC4A0-320A-BF80-FB44-B971B8D8ACCC}"/>
          </ac:spMkLst>
        </pc:spChg>
        <pc:spChg chg="add mod">
          <ac:chgData name="H. Shine" userId="fc27ff59f79380b6" providerId="LiveId" clId="{49B3E6E0-4B1E-4AD6-A829-DE648B7A64C9}" dt="2026-10-07T02:59:11.650" v="3521" actId="114"/>
          <ac:spMkLst>
            <pc:docMk/>
            <pc:sldMk cId="1286769458" sldId="413"/>
            <ac:spMk id="12" creationId="{73C12FCB-F14E-36A2-1E4B-4F938218DCE5}"/>
          </ac:spMkLst>
        </pc:spChg>
        <pc:spChg chg="add mod or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13" creationId="{D52C4EA5-B65D-1DB8-BA9D-22174CC019D9}"/>
          </ac:spMkLst>
        </pc:spChg>
        <pc:spChg chg="add del mod ord">
          <ac:chgData name="H. Shine" userId="fc27ff59f79380b6" providerId="LiveId" clId="{49B3E6E0-4B1E-4AD6-A829-DE648B7A64C9}" dt="2026-10-06T07:41:08.361" v="3273" actId="478"/>
          <ac:spMkLst>
            <pc:docMk/>
            <pc:sldMk cId="1286769458" sldId="413"/>
            <ac:spMk id="15" creationId="{6806397A-5149-D8F7-2122-1150E036FEA2}"/>
          </ac:spMkLst>
        </pc:spChg>
        <pc:spChg chg="add del mod">
          <ac:chgData name="H. Shine" userId="fc27ff59f79380b6" providerId="LiveId" clId="{49B3E6E0-4B1E-4AD6-A829-DE648B7A64C9}" dt="2026-10-06T07:41:08.361" v="3273" actId="478"/>
          <ac:spMkLst>
            <pc:docMk/>
            <pc:sldMk cId="1286769458" sldId="413"/>
            <ac:spMk id="26" creationId="{9FCFBF79-08FE-6FA6-D218-A42A470CA811}"/>
          </ac:spMkLst>
        </pc:spChg>
        <pc:spChg chg="add del mod">
          <ac:chgData name="H. Shine" userId="fc27ff59f79380b6" providerId="LiveId" clId="{49B3E6E0-4B1E-4AD6-A829-DE648B7A64C9}" dt="2026-10-06T07:41:08.361" v="3273" actId="478"/>
          <ac:spMkLst>
            <pc:docMk/>
            <pc:sldMk cId="1286769458" sldId="413"/>
            <ac:spMk id="29" creationId="{115E00F1-E966-BCDE-D36A-CF0D3BF92943}"/>
          </ac:spMkLst>
        </pc:spChg>
        <pc:spChg chg="add mod">
          <ac:chgData name="H. Shine" userId="fc27ff59f79380b6" providerId="LiveId" clId="{49B3E6E0-4B1E-4AD6-A829-DE648B7A64C9}" dt="2026-10-06T03:56:34.465" v="1263" actId="164"/>
          <ac:spMkLst>
            <pc:docMk/>
            <pc:sldMk cId="1286769458" sldId="413"/>
            <ac:spMk id="30" creationId="{46836F9B-8CE2-0ED7-84EB-823CB64B28A2}"/>
          </ac:spMkLst>
        </pc:spChg>
        <pc:spChg chg="add mod">
          <ac:chgData name="H. Shine" userId="fc27ff59f79380b6" providerId="LiveId" clId="{49B3E6E0-4B1E-4AD6-A829-DE648B7A64C9}" dt="2026-10-06T04:05:16.349" v="1601" actId="1582"/>
          <ac:spMkLst>
            <pc:docMk/>
            <pc:sldMk cId="1286769458" sldId="413"/>
            <ac:spMk id="37" creationId="{2E7AA773-A84A-5370-C9BA-DA819BAAF0FA}"/>
          </ac:spMkLst>
        </pc:spChg>
        <pc:spChg chg="add mod">
          <ac:chgData name="H. Shine" userId="fc27ff59f79380b6" providerId="LiveId" clId="{49B3E6E0-4B1E-4AD6-A829-DE648B7A64C9}" dt="2026-10-06T03:56:34.465" v="1263" actId="164"/>
          <ac:spMkLst>
            <pc:docMk/>
            <pc:sldMk cId="1286769458" sldId="413"/>
            <ac:spMk id="38" creationId="{1B02C147-F7AB-926B-D6E4-571C12013621}"/>
          </ac:spMkLst>
        </pc:spChg>
        <pc:spChg chg="add mod">
          <ac:chgData name="H. Shine" userId="fc27ff59f79380b6" providerId="LiveId" clId="{49B3E6E0-4B1E-4AD6-A829-DE648B7A64C9}" dt="2026-10-06T03:56:37.590" v="1264" actId="164"/>
          <ac:spMkLst>
            <pc:docMk/>
            <pc:sldMk cId="1286769458" sldId="413"/>
            <ac:spMk id="39" creationId="{269D12D9-901A-2FE5-B697-13AF7D047F80}"/>
          </ac:spMkLst>
        </pc:spChg>
        <pc:spChg chg="add mod">
          <ac:chgData name="H. Shine" userId="fc27ff59f79380b6" providerId="LiveId" clId="{49B3E6E0-4B1E-4AD6-A829-DE648B7A64C9}" dt="2026-10-06T04:05:28.393" v="1602" actId="1582"/>
          <ac:spMkLst>
            <pc:docMk/>
            <pc:sldMk cId="1286769458" sldId="413"/>
            <ac:spMk id="46" creationId="{5EFF5590-915C-13A4-072E-F9882CA5D36C}"/>
          </ac:spMkLst>
        </pc:spChg>
        <pc:spChg chg="add mod">
          <ac:chgData name="H. Shine" userId="fc27ff59f79380b6" providerId="LiveId" clId="{49B3E6E0-4B1E-4AD6-A829-DE648B7A64C9}" dt="2026-10-06T03:56:37.590" v="1264" actId="164"/>
          <ac:spMkLst>
            <pc:docMk/>
            <pc:sldMk cId="1286769458" sldId="413"/>
            <ac:spMk id="47" creationId="{562AEE02-E49D-7E10-4F75-AABB60809F49}"/>
          </ac:spMkLst>
        </pc:spChg>
        <pc:spChg chg="add mo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49" creationId="{6554D889-F3DB-A311-1B70-0F132DF1EAD5}"/>
          </ac:spMkLst>
        </pc:spChg>
        <pc:spChg chg="add mod">
          <ac:chgData name="H. Shine" userId="fc27ff59f79380b6" providerId="LiveId" clId="{49B3E6E0-4B1E-4AD6-A829-DE648B7A64C9}" dt="2026-10-06T03:53:50.670" v="1146" actId="164"/>
          <ac:spMkLst>
            <pc:docMk/>
            <pc:sldMk cId="1286769458" sldId="413"/>
            <ac:spMk id="50" creationId="{4F99CC61-795D-5F3C-2F00-C0BFC6226ACF}"/>
          </ac:spMkLst>
        </pc:spChg>
        <pc:spChg chg="add mod">
          <ac:chgData name="H. Shine" userId="fc27ff59f79380b6" providerId="LiveId" clId="{49B3E6E0-4B1E-4AD6-A829-DE648B7A64C9}" dt="2026-10-06T03:53:50.670" v="1146" actId="164"/>
          <ac:spMkLst>
            <pc:docMk/>
            <pc:sldMk cId="1286769458" sldId="413"/>
            <ac:spMk id="57" creationId="{FA2CD4D0-0D3B-E98F-87AF-B39A938DA1B2}"/>
          </ac:spMkLst>
        </pc:spChg>
        <pc:spChg chg="add del mod">
          <ac:chgData name="H. Shine" userId="fc27ff59f79380b6" providerId="LiveId" clId="{49B3E6E0-4B1E-4AD6-A829-DE648B7A64C9}" dt="2026-10-06T03:53:34.179" v="1137" actId="478"/>
          <ac:spMkLst>
            <pc:docMk/>
            <pc:sldMk cId="1286769458" sldId="413"/>
            <ac:spMk id="58" creationId="{AB745E1A-EBA4-8F07-3185-C72F377FE14F}"/>
          </ac:spMkLst>
        </pc:spChg>
        <pc:spChg chg="add del">
          <ac:chgData name="H. Shine" userId="fc27ff59f79380b6" providerId="LiveId" clId="{49B3E6E0-4B1E-4AD6-A829-DE648B7A64C9}" dt="2026-10-06T03:54:04.997" v="1153" actId="22"/>
          <ac:spMkLst>
            <pc:docMk/>
            <pc:sldMk cId="1286769458" sldId="413"/>
            <ac:spMk id="61" creationId="{3C4E5855-5AFA-2842-468F-927A21C2ADC6}"/>
          </ac:spMkLst>
        </pc:spChg>
        <pc:spChg chg="add mod">
          <ac:chgData name="H. Shine" userId="fc27ff59f79380b6" providerId="LiveId" clId="{49B3E6E0-4B1E-4AD6-A829-DE648B7A64C9}" dt="2026-10-06T04:00:43.508" v="1460" actId="1037"/>
          <ac:spMkLst>
            <pc:docMk/>
            <pc:sldMk cId="1286769458" sldId="413"/>
            <ac:spMk id="63" creationId="{41DE3FB8-C0D4-F67C-4E13-57FCF9DDC7E3}"/>
          </ac:spMkLst>
        </pc:spChg>
        <pc:spChg chg="add mo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65" creationId="{2D41781B-3937-6EFA-3E1D-AAD508552369}"/>
          </ac:spMkLst>
        </pc:spChg>
        <pc:spChg chg="add mod ord">
          <ac:chgData name="H. Shine" userId="fc27ff59f79380b6" providerId="LiveId" clId="{49B3E6E0-4B1E-4AD6-A829-DE648B7A64C9}" dt="2026-10-06T07:52:33.376" v="3386" actId="207"/>
          <ac:spMkLst>
            <pc:docMk/>
            <pc:sldMk cId="1286769458" sldId="413"/>
            <ac:spMk id="68" creationId="{31BDCEFC-6F4B-5A9C-7B85-9959C03760CB}"/>
          </ac:spMkLst>
        </pc:spChg>
        <pc:spChg chg="add del mod">
          <ac:chgData name="H. Shine" userId="fc27ff59f79380b6" providerId="LiveId" clId="{49B3E6E0-4B1E-4AD6-A829-DE648B7A64C9}" dt="2026-10-06T03:59:58.209" v="1406" actId="478"/>
          <ac:spMkLst>
            <pc:docMk/>
            <pc:sldMk cId="1286769458" sldId="413"/>
            <ac:spMk id="70" creationId="{734A12E5-2E20-564B-A098-3658094F2BD6}"/>
          </ac:spMkLst>
        </pc:spChg>
        <pc:spChg chg="mod">
          <ac:chgData name="H. Shine" userId="fc27ff59f79380b6" providerId="LiveId" clId="{49B3E6E0-4B1E-4AD6-A829-DE648B7A64C9}" dt="2026-10-06T04:00:50.879" v="1463" actId="20577"/>
          <ac:spMkLst>
            <pc:docMk/>
            <pc:sldMk cId="1286769458" sldId="413"/>
            <ac:spMk id="74" creationId="{F43906AB-FCD9-A82E-FE82-AE35148A51FC}"/>
          </ac:spMkLst>
        </pc:spChg>
        <pc:spChg chg="mod">
          <ac:chgData name="H. Shine" userId="fc27ff59f79380b6" providerId="LiveId" clId="{49B3E6E0-4B1E-4AD6-A829-DE648B7A64C9}" dt="2026-10-06T04:00:46.694" v="1461"/>
          <ac:spMkLst>
            <pc:docMk/>
            <pc:sldMk cId="1286769458" sldId="413"/>
            <ac:spMk id="75" creationId="{D2FED9CB-5F82-6D28-8737-EBDB60077B29}"/>
          </ac:spMkLst>
        </pc:spChg>
        <pc:spChg chg="mod">
          <ac:chgData name="H. Shine" userId="fc27ff59f79380b6" providerId="LiveId" clId="{49B3E6E0-4B1E-4AD6-A829-DE648B7A64C9}" dt="2026-10-06T04:00:46.694" v="1461"/>
          <ac:spMkLst>
            <pc:docMk/>
            <pc:sldMk cId="1286769458" sldId="413"/>
            <ac:spMk id="76" creationId="{5E1919FC-B549-9CA7-A4FD-32F5DB1B5CE4}"/>
          </ac:spMkLst>
        </pc:spChg>
        <pc:spChg chg="add mo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78" creationId="{D1C09EBF-C78E-16DE-8C86-F7A3345989DF}"/>
          </ac:spMkLst>
        </pc:spChg>
        <pc:spChg chg="add mo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85" creationId="{D0A9F757-66BD-D1B2-0AA3-4E91349A54C6}"/>
          </ac:spMkLst>
        </pc:spChg>
        <pc:spChg chg="add mod">
          <ac:chgData name="H. Shine" userId="fc27ff59f79380b6" providerId="LiveId" clId="{49B3E6E0-4B1E-4AD6-A829-DE648B7A64C9}" dt="2026-10-06T07:42:34.360" v="3346" actId="1038"/>
          <ac:spMkLst>
            <pc:docMk/>
            <pc:sldMk cId="1286769458" sldId="413"/>
            <ac:spMk id="87" creationId="{7D173404-F567-7E28-929D-10D6EF801A1F}"/>
          </ac:spMkLst>
        </pc:spChg>
        <pc:spChg chg="add mod">
          <ac:chgData name="H. Shine" userId="fc27ff59f79380b6" providerId="LiveId" clId="{49B3E6E0-4B1E-4AD6-A829-DE648B7A64C9}" dt="2026-10-06T04:17:50.957" v="2133" actId="14100"/>
          <ac:spMkLst>
            <pc:docMk/>
            <pc:sldMk cId="1286769458" sldId="413"/>
            <ac:spMk id="88" creationId="{F9A429C0-84EE-045B-98A8-618695E2BB0C}"/>
          </ac:spMkLst>
        </pc:spChg>
        <pc:spChg chg="add del mod">
          <ac:chgData name="H. Shine" userId="fc27ff59f79380b6" providerId="LiveId" clId="{49B3E6E0-4B1E-4AD6-A829-DE648B7A64C9}" dt="2026-10-06T04:08:44.822" v="1712" actId="478"/>
          <ac:spMkLst>
            <pc:docMk/>
            <pc:sldMk cId="1286769458" sldId="413"/>
            <ac:spMk id="90" creationId="{94243D95-C468-BA08-69A7-DE5044018F6F}"/>
          </ac:spMkLst>
        </pc:spChg>
        <pc:spChg chg="add del">
          <ac:chgData name="H. Shine" userId="fc27ff59f79380b6" providerId="LiveId" clId="{49B3E6E0-4B1E-4AD6-A829-DE648B7A64C9}" dt="2026-10-06T04:05:53.835" v="1612" actId="22"/>
          <ac:spMkLst>
            <pc:docMk/>
            <pc:sldMk cId="1286769458" sldId="413"/>
            <ac:spMk id="92" creationId="{FEC0F789-A48F-7DE5-FC8E-EF72E3384957}"/>
          </ac:spMkLst>
        </pc:spChg>
        <pc:spChg chg="add mod">
          <ac:chgData name="H. Shine" userId="fc27ff59f79380b6" providerId="LiveId" clId="{49B3E6E0-4B1E-4AD6-A829-DE648B7A64C9}" dt="2026-10-06T04:09:55.206" v="1747" actId="164"/>
          <ac:spMkLst>
            <pc:docMk/>
            <pc:sldMk cId="1286769458" sldId="413"/>
            <ac:spMk id="94" creationId="{D2DD4DCF-B870-1C60-2A7B-C8B834A25EFE}"/>
          </ac:spMkLst>
        </pc:spChg>
        <pc:spChg chg="add mod">
          <ac:chgData name="H. Shine" userId="fc27ff59f79380b6" providerId="LiveId" clId="{49B3E6E0-4B1E-4AD6-A829-DE648B7A64C9}" dt="2026-10-06T04:09:55.206" v="1747" actId="164"/>
          <ac:spMkLst>
            <pc:docMk/>
            <pc:sldMk cId="1286769458" sldId="413"/>
            <ac:spMk id="95" creationId="{3282EDEC-CA5F-E40A-6045-F3C12C50AE73}"/>
          </ac:spMkLst>
        </pc:spChg>
        <pc:spChg chg="add mod">
          <ac:chgData name="H. Shine" userId="fc27ff59f79380b6" providerId="LiveId" clId="{49B3E6E0-4B1E-4AD6-A829-DE648B7A64C9}" dt="2026-10-06T04:09:55.206" v="1747" actId="164"/>
          <ac:spMkLst>
            <pc:docMk/>
            <pc:sldMk cId="1286769458" sldId="413"/>
            <ac:spMk id="96" creationId="{6AFD4981-FADD-ACBA-E4FC-9D7113532295}"/>
          </ac:spMkLst>
        </pc:spChg>
        <pc:spChg chg="add del mod">
          <ac:chgData name="H. Shine" userId="fc27ff59f79380b6" providerId="LiveId" clId="{49B3E6E0-4B1E-4AD6-A829-DE648B7A64C9}" dt="2026-10-06T04:09:57.040" v="1748" actId="478"/>
          <ac:spMkLst>
            <pc:docMk/>
            <pc:sldMk cId="1286769458" sldId="413"/>
            <ac:spMk id="98" creationId="{638FEEF8-D443-A114-222A-0B47ECB6B130}"/>
          </ac:spMkLst>
        </pc:spChg>
        <pc:spChg chg="add del mod">
          <ac:chgData name="H. Shine" userId="fc27ff59f79380b6" providerId="LiveId" clId="{49B3E6E0-4B1E-4AD6-A829-DE648B7A64C9}" dt="2026-10-06T04:09:57.040" v="1748" actId="478"/>
          <ac:spMkLst>
            <pc:docMk/>
            <pc:sldMk cId="1286769458" sldId="413"/>
            <ac:spMk id="100" creationId="{0B11CC11-2F29-FA47-4A88-EDF5504961FF}"/>
          </ac:spMkLst>
        </pc:spChg>
        <pc:spChg chg="add del mod">
          <ac:chgData name="H. Shine" userId="fc27ff59f79380b6" providerId="LiveId" clId="{49B3E6E0-4B1E-4AD6-A829-DE648B7A64C9}" dt="2026-10-06T04:09:57.040" v="1748" actId="478"/>
          <ac:spMkLst>
            <pc:docMk/>
            <pc:sldMk cId="1286769458" sldId="413"/>
            <ac:spMk id="102" creationId="{2299BA98-B041-F042-7AFF-119C9D613C90}"/>
          </ac:spMkLst>
        </pc:spChg>
        <pc:spChg chg="add del mod">
          <ac:chgData name="H. Shine" userId="fc27ff59f79380b6" providerId="LiveId" clId="{49B3E6E0-4B1E-4AD6-A829-DE648B7A64C9}" dt="2026-10-06T04:09:57.040" v="1748" actId="478"/>
          <ac:spMkLst>
            <pc:docMk/>
            <pc:sldMk cId="1286769458" sldId="413"/>
            <ac:spMk id="104" creationId="{8596AF5A-C44B-7956-5FFB-D57965E24F3C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06" creationId="{B403D79B-F52F-F2B2-C620-F5CEB2F3528F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08" creationId="{1C341571-C159-E526-F6FA-F39581F3AC89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10" creationId="{D76B92FB-B89D-2436-7A14-A315C68A08AF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12" creationId="{7A0A5D93-0AD9-E0EF-B867-9F93DACB3723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14" creationId="{5BD75023-6986-AD1B-9EDA-FC399109DC90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16" creationId="{6A62304B-60F1-23B2-2118-9298E369612B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18" creationId="{59B6E413-071F-DAD3-1CA3-50964A96153A}"/>
          </ac:spMkLst>
        </pc:spChg>
        <pc:spChg chg="add del">
          <ac:chgData name="H. Shine" userId="fc27ff59f79380b6" providerId="LiveId" clId="{49B3E6E0-4B1E-4AD6-A829-DE648B7A64C9}" dt="2026-10-06T04:08:59.580" v="1737" actId="22"/>
          <ac:spMkLst>
            <pc:docMk/>
            <pc:sldMk cId="1286769458" sldId="413"/>
            <ac:spMk id="120" creationId="{802E318C-C629-37D0-D9B4-0A1FE34C705B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22" creationId="{F9789542-E7E7-7AB4-97B5-EE1A5EF64939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24" creationId="{B65EB3AA-D576-1893-EFBA-AEA05A7F247C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26" creationId="{AB7FC2FD-E4E2-7D24-1619-12D7D7A722AC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28" creationId="{3DA41EFE-2501-B64F-3C24-6F320B66174A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30" creationId="{ADB97C5A-FF10-80BF-B402-53D5BBD57B2D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32" creationId="{671F80AD-39A5-F4CB-D26F-FC92E4C641DD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34" creationId="{192F98DD-615A-D697-8AEE-204B3F73A509}"/>
          </ac:spMkLst>
        </pc:spChg>
        <pc:spChg chg="add del mod">
          <ac:chgData name="H. Shine" userId="fc27ff59f79380b6" providerId="LiveId" clId="{49B3E6E0-4B1E-4AD6-A829-DE648B7A64C9}" dt="2026-10-06T04:09:49.996" v="1746" actId="22"/>
          <ac:spMkLst>
            <pc:docMk/>
            <pc:sldMk cId="1286769458" sldId="413"/>
            <ac:spMk id="136" creationId="{F33CAE7F-02CC-6030-31D2-90078B10BAE2}"/>
          </ac:spMkLst>
        </pc:spChg>
        <pc:spChg chg="add 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38" creationId="{BBA47F53-EF62-0613-5075-023D6430FC28}"/>
          </ac:spMkLst>
        </pc:spChg>
        <pc:spChg chg="add mod">
          <ac:chgData name="H. Shine" userId="fc27ff59f79380b6" providerId="LiveId" clId="{49B3E6E0-4B1E-4AD6-A829-DE648B7A64C9}" dt="2026-10-06T04:09:47.611" v="1742" actId="1076"/>
          <ac:spMkLst>
            <pc:docMk/>
            <pc:sldMk cId="1286769458" sldId="413"/>
            <ac:spMk id="140" creationId="{1487000D-CC90-89C6-7657-BC2C57BC9112}"/>
          </ac:spMkLst>
        </pc:spChg>
        <pc:spChg chg="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42" creationId="{910C7508-F4A1-F049-2B30-42CFA0DC08A7}"/>
          </ac:spMkLst>
        </pc:spChg>
        <pc:spChg chg="add mod">
          <ac:chgData name="H. Shine" userId="fc27ff59f79380b6" providerId="LiveId" clId="{49B3E6E0-4B1E-4AD6-A829-DE648B7A64C9}" dt="2026-10-06T04:09:47.611" v="1742" actId="1076"/>
          <ac:spMkLst>
            <pc:docMk/>
            <pc:sldMk cId="1286769458" sldId="413"/>
            <ac:spMk id="146" creationId="{2C6A36DD-59F4-3A3B-9965-424A465930AF}"/>
          </ac:spMkLst>
        </pc:spChg>
        <pc:spChg chg="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48" creationId="{87EA3CD5-C110-CA51-81C9-50BE4B9B9BC5}"/>
          </ac:spMkLst>
        </pc:spChg>
        <pc:spChg chg="add 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50" creationId="{42BEE50D-16ED-11F1-460A-4A206E137F40}"/>
          </ac:spMkLst>
        </pc:spChg>
        <pc:spChg chg="add mod">
          <ac:chgData name="H. Shine" userId="fc27ff59f79380b6" providerId="LiveId" clId="{49B3E6E0-4B1E-4AD6-A829-DE648B7A64C9}" dt="2026-10-06T04:09:47.611" v="1742" actId="1076"/>
          <ac:spMkLst>
            <pc:docMk/>
            <pc:sldMk cId="1286769458" sldId="413"/>
            <ac:spMk id="152" creationId="{3CF547F7-52EB-CE9D-110B-7017FD74254B}"/>
          </ac:spMkLst>
        </pc:spChg>
        <pc:spChg chg="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54" creationId="{5BF5B326-66CC-450F-BE67-26384D2695EC}"/>
          </ac:spMkLst>
        </pc:spChg>
        <pc:spChg chg="add 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56" creationId="{09020CBD-5676-8089-3310-10EAB2AFAF45}"/>
          </ac:spMkLst>
        </pc:spChg>
        <pc:spChg chg="add 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58" creationId="{3DE14FF7-94F1-2B83-AADF-AE739937CCC0}"/>
          </ac:spMkLst>
        </pc:spChg>
        <pc:spChg chg="add 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60" creationId="{1CD85CAA-563A-6507-1175-358455C78F3B}"/>
          </ac:spMkLst>
        </pc:spChg>
        <pc:spChg chg="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64" creationId="{CCBEA8E2-2617-5F01-6096-E3E6E35282A5}"/>
          </ac:spMkLst>
        </pc:spChg>
        <pc:spChg chg="add mod">
          <ac:chgData name="H. Shine" userId="fc27ff59f79380b6" providerId="LiveId" clId="{49B3E6E0-4B1E-4AD6-A829-DE648B7A64C9}" dt="2026-10-06T04:09:47.611" v="1742" actId="1076"/>
          <ac:spMkLst>
            <pc:docMk/>
            <pc:sldMk cId="1286769458" sldId="413"/>
            <ac:spMk id="166" creationId="{22954E10-85A2-676C-5A2D-713A1A3B58CE}"/>
          </ac:spMkLst>
        </pc:spChg>
        <pc:spChg chg="add del mod">
          <ac:chgData name="H. Shine" userId="fc27ff59f79380b6" providerId="LiveId" clId="{49B3E6E0-4B1E-4AD6-A829-DE648B7A64C9}" dt="2026-10-06T04:09:48.677" v="1744" actId="22"/>
          <ac:spMkLst>
            <pc:docMk/>
            <pc:sldMk cId="1286769458" sldId="413"/>
            <ac:spMk id="168" creationId="{CBE4F09B-59CD-0D70-7DB1-3DA69470DE57}"/>
          </ac:spMkLst>
        </pc:spChg>
        <pc:spChg chg="mod">
          <ac:chgData name="H. Shine" userId="fc27ff59f79380b6" providerId="LiveId" clId="{49B3E6E0-4B1E-4AD6-A829-DE648B7A64C9}" dt="2026-10-06T04:17:53.143" v="2134" actId="14100"/>
          <ac:spMkLst>
            <pc:docMk/>
            <pc:sldMk cId="1286769458" sldId="413"/>
            <ac:spMk id="171" creationId="{74755093-2F6D-C84A-39DC-46CDF863B1C2}"/>
          </ac:spMkLst>
        </pc:spChg>
        <pc:spChg chg="mod">
          <ac:chgData name="H. Shine" userId="fc27ff59f79380b6" providerId="LiveId" clId="{49B3E6E0-4B1E-4AD6-A829-DE648B7A64C9}" dt="2026-10-06T04:09:58.029" v="1749"/>
          <ac:spMkLst>
            <pc:docMk/>
            <pc:sldMk cId="1286769458" sldId="413"/>
            <ac:spMk id="172" creationId="{ED47EF5A-5E37-3007-209E-29FD7ECB87A9}"/>
          </ac:spMkLst>
        </pc:spChg>
        <pc:spChg chg="mod">
          <ac:chgData name="H. Shine" userId="fc27ff59f79380b6" providerId="LiveId" clId="{49B3E6E0-4B1E-4AD6-A829-DE648B7A64C9}" dt="2026-10-06T04:09:58.029" v="1749"/>
          <ac:spMkLst>
            <pc:docMk/>
            <pc:sldMk cId="1286769458" sldId="413"/>
            <ac:spMk id="173" creationId="{DD2DE9B0-B4E6-0FE1-2793-4C4B1891727B}"/>
          </ac:spMkLst>
        </pc:spChg>
        <pc:spChg chg="mod">
          <ac:chgData name="H. Shine" userId="fc27ff59f79380b6" providerId="LiveId" clId="{49B3E6E0-4B1E-4AD6-A829-DE648B7A64C9}" dt="2026-10-06T04:09:58.029" v="1749"/>
          <ac:spMkLst>
            <pc:docMk/>
            <pc:sldMk cId="1286769458" sldId="413"/>
            <ac:spMk id="174" creationId="{FB0BD5CA-90CE-9361-EC68-12395B16F726}"/>
          </ac:spMkLst>
        </pc:spChg>
        <pc:spChg chg="mod">
          <ac:chgData name="H. Shine" userId="fc27ff59f79380b6" providerId="LiveId" clId="{49B3E6E0-4B1E-4AD6-A829-DE648B7A64C9}" dt="2026-10-06T04:18:04.051" v="2137" actId="14100"/>
          <ac:spMkLst>
            <pc:docMk/>
            <pc:sldMk cId="1286769458" sldId="413"/>
            <ac:spMk id="176" creationId="{176F3D17-6E5C-5326-AD3D-70313A0513FF}"/>
          </ac:spMkLst>
        </pc:spChg>
        <pc:spChg chg="mod">
          <ac:chgData name="H. Shine" userId="fc27ff59f79380b6" providerId="LiveId" clId="{49B3E6E0-4B1E-4AD6-A829-DE648B7A64C9}" dt="2026-10-06T04:09:59.927" v="1751"/>
          <ac:spMkLst>
            <pc:docMk/>
            <pc:sldMk cId="1286769458" sldId="413"/>
            <ac:spMk id="177" creationId="{8CEB6074-F69F-8B01-515D-CEBD3D3F5390}"/>
          </ac:spMkLst>
        </pc:spChg>
        <pc:spChg chg="mod">
          <ac:chgData name="H. Shine" userId="fc27ff59f79380b6" providerId="LiveId" clId="{49B3E6E0-4B1E-4AD6-A829-DE648B7A64C9}" dt="2026-10-06T04:09:59.927" v="1751"/>
          <ac:spMkLst>
            <pc:docMk/>
            <pc:sldMk cId="1286769458" sldId="413"/>
            <ac:spMk id="178" creationId="{C75EEB96-1434-820F-A221-812D8D075187}"/>
          </ac:spMkLst>
        </pc:spChg>
        <pc:spChg chg="mod">
          <ac:chgData name="H. Shine" userId="fc27ff59f79380b6" providerId="LiveId" clId="{49B3E6E0-4B1E-4AD6-A829-DE648B7A64C9}" dt="2026-10-06T04:09:59.927" v="1751"/>
          <ac:spMkLst>
            <pc:docMk/>
            <pc:sldMk cId="1286769458" sldId="413"/>
            <ac:spMk id="179" creationId="{5273B5B4-3AD5-14E4-826E-3A043B38E00F}"/>
          </ac:spMkLst>
        </pc:spChg>
        <pc:spChg chg="mod">
          <ac:chgData name="H. Shine" userId="fc27ff59f79380b6" providerId="LiveId" clId="{49B3E6E0-4B1E-4AD6-A829-DE648B7A64C9}" dt="2026-10-06T04:18:05.525" v="2138" actId="14100"/>
          <ac:spMkLst>
            <pc:docMk/>
            <pc:sldMk cId="1286769458" sldId="413"/>
            <ac:spMk id="181" creationId="{46F979DC-59DB-E3F3-6384-43A072F0D89A}"/>
          </ac:spMkLst>
        </pc:spChg>
        <pc:spChg chg="mod">
          <ac:chgData name="H. Shine" userId="fc27ff59f79380b6" providerId="LiveId" clId="{49B3E6E0-4B1E-4AD6-A829-DE648B7A64C9}" dt="2026-10-06T04:10:01.840" v="1753"/>
          <ac:spMkLst>
            <pc:docMk/>
            <pc:sldMk cId="1286769458" sldId="413"/>
            <ac:spMk id="182" creationId="{B6A7EF61-8E1A-F876-8339-C7547417D8B9}"/>
          </ac:spMkLst>
        </pc:spChg>
        <pc:spChg chg="mod">
          <ac:chgData name="H. Shine" userId="fc27ff59f79380b6" providerId="LiveId" clId="{49B3E6E0-4B1E-4AD6-A829-DE648B7A64C9}" dt="2026-10-06T04:10:01.840" v="1753"/>
          <ac:spMkLst>
            <pc:docMk/>
            <pc:sldMk cId="1286769458" sldId="413"/>
            <ac:spMk id="183" creationId="{9B214FB9-96A1-1C69-79EF-1C2B149F3726}"/>
          </ac:spMkLst>
        </pc:spChg>
        <pc:spChg chg="mod">
          <ac:chgData name="H. Shine" userId="fc27ff59f79380b6" providerId="LiveId" clId="{49B3E6E0-4B1E-4AD6-A829-DE648B7A64C9}" dt="2026-10-06T04:10:01.840" v="1753"/>
          <ac:spMkLst>
            <pc:docMk/>
            <pc:sldMk cId="1286769458" sldId="413"/>
            <ac:spMk id="184" creationId="{13945305-21F7-0DC5-A4FD-14A8E3BE4979}"/>
          </ac:spMkLst>
        </pc:spChg>
        <pc:spChg chg="mod">
          <ac:chgData name="H. Shine" userId="fc27ff59f79380b6" providerId="LiveId" clId="{49B3E6E0-4B1E-4AD6-A829-DE648B7A64C9}" dt="2026-10-06T04:17:55.177" v="2135" actId="14100"/>
          <ac:spMkLst>
            <pc:docMk/>
            <pc:sldMk cId="1286769458" sldId="413"/>
            <ac:spMk id="186" creationId="{DC40E16B-E66B-79E6-6536-441B58D0B265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87" creationId="{2C2721EA-30DC-2E2C-0233-B5BD49C34B03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88" creationId="{FFD4BD1A-C809-A2CF-4EBA-7025D79A4F49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89" creationId="{F7D76B65-7709-61EB-E239-E2FF5CC8E910}"/>
          </ac:spMkLst>
        </pc:spChg>
        <pc:spChg chg="mod">
          <ac:chgData name="H. Shine" userId="fc27ff59f79380b6" providerId="LiveId" clId="{49B3E6E0-4B1E-4AD6-A829-DE648B7A64C9}" dt="2026-10-06T04:17:57.360" v="2136" actId="14100"/>
          <ac:spMkLst>
            <pc:docMk/>
            <pc:sldMk cId="1286769458" sldId="413"/>
            <ac:spMk id="191" creationId="{FC025C40-4F49-835E-1375-ECF2AF53446E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93" creationId="{357A263A-41E9-1D00-9743-75A88DB963D4}"/>
          </ac:spMkLst>
        </pc:spChg>
        <pc:spChg chg="mod">
          <ac:chgData name="H. Shine" userId="fc27ff59f79380b6" providerId="LiveId" clId="{49B3E6E0-4B1E-4AD6-A829-DE648B7A64C9}" dt="2026-10-06T04:18:08.585" v="2140" actId="14100"/>
          <ac:spMkLst>
            <pc:docMk/>
            <pc:sldMk cId="1286769458" sldId="413"/>
            <ac:spMk id="196" creationId="{A57693F5-25E0-4BC2-10AF-E0C5544AEFBA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97" creationId="{6A531AC6-A3E7-CD77-4C34-8C24CC98AAFD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98" creationId="{EA594143-7079-FAE4-D52F-F5BDF3EAF857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199" creationId="{AAA36E63-E4E1-FBF4-A054-0017C8194691}"/>
          </ac:spMkLst>
        </pc:spChg>
        <pc:spChg chg="mod">
          <ac:chgData name="H. Shine" userId="fc27ff59f79380b6" providerId="LiveId" clId="{49B3E6E0-4B1E-4AD6-A829-DE648B7A64C9}" dt="2026-10-06T04:18:07.200" v="2139" actId="14100"/>
          <ac:spMkLst>
            <pc:docMk/>
            <pc:sldMk cId="1286769458" sldId="413"/>
            <ac:spMk id="201" creationId="{D14DCB20-BBF1-4288-72B5-2553E897879F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202" creationId="{C8B686D7-9A02-77E7-83A0-7467817E284C}"/>
          </ac:spMkLst>
        </pc:spChg>
        <pc:spChg chg="mod">
          <ac:chgData name="H. Shine" userId="fc27ff59f79380b6" providerId="LiveId" clId="{49B3E6E0-4B1E-4AD6-A829-DE648B7A64C9}" dt="2026-10-06T04:10:32.277" v="1789"/>
          <ac:spMkLst>
            <pc:docMk/>
            <pc:sldMk cId="1286769458" sldId="413"/>
            <ac:spMk id="204" creationId="{957EED5A-EAEF-77A9-5A86-4975457BA309}"/>
          </ac:spMkLst>
        </pc:spChg>
        <pc:spChg chg="add mod">
          <ac:chgData name="H. Shine" userId="fc27ff59f79380b6" providerId="LiveId" clId="{49B3E6E0-4B1E-4AD6-A829-DE648B7A64C9}" dt="2026-10-06T07:43:13.073" v="3382" actId="1036"/>
          <ac:spMkLst>
            <pc:docMk/>
            <pc:sldMk cId="1286769458" sldId="413"/>
            <ac:spMk id="206" creationId="{FF8A0708-C58F-13DF-DD88-9F263F92BC9C}"/>
          </ac:spMkLst>
        </pc:spChg>
        <pc:spChg chg="mod">
          <ac:chgData name="H. Shine" userId="fc27ff59f79380b6" providerId="LiveId" clId="{49B3E6E0-4B1E-4AD6-A829-DE648B7A64C9}" dt="2026-10-06T07:41:21.414" v="3277" actId="1076"/>
          <ac:spMkLst>
            <pc:docMk/>
            <pc:sldMk cId="1286769458" sldId="413"/>
            <ac:spMk id="207" creationId="{88EAA92F-44FD-ABC3-F167-8D06F7121FFE}"/>
          </ac:spMkLst>
        </pc:spChg>
        <pc:spChg chg="mod">
          <ac:chgData name="H. Shine" userId="fc27ff59f79380b6" providerId="LiveId" clId="{49B3E6E0-4B1E-4AD6-A829-DE648B7A64C9}" dt="2026-10-06T07:42:23.387" v="3329" actId="554"/>
          <ac:spMkLst>
            <pc:docMk/>
            <pc:sldMk cId="1286769458" sldId="413"/>
            <ac:spMk id="212" creationId="{CDDFF0B1-F151-7768-B2D0-1705E8E7FF51}"/>
          </ac:spMkLst>
        </pc:spChg>
        <pc:spChg chg="mod">
          <ac:chgData name="H. Shine" userId="fc27ff59f79380b6" providerId="LiveId" clId="{49B3E6E0-4B1E-4AD6-A829-DE648B7A64C9}" dt="2026-10-06T07:41:31.131" v="3302" actId="1035"/>
          <ac:spMkLst>
            <pc:docMk/>
            <pc:sldMk cId="1286769458" sldId="413"/>
            <ac:spMk id="213" creationId="{08FFB084-04FB-9B22-A729-6D79B5EC39A9}"/>
          </ac:spMkLst>
        </pc:spChg>
        <pc:spChg chg="mod">
          <ac:chgData name="H. Shine" userId="fc27ff59f79380b6" providerId="LiveId" clId="{49B3E6E0-4B1E-4AD6-A829-DE648B7A64C9}" dt="2026-10-06T07:42:46.744" v="3351" actId="1035"/>
          <ac:spMkLst>
            <pc:docMk/>
            <pc:sldMk cId="1286769458" sldId="413"/>
            <ac:spMk id="214" creationId="{C2B03893-6225-2749-AE76-341272A14BA8}"/>
          </ac:spMkLst>
        </pc:spChg>
        <pc:spChg chg="mod">
          <ac:chgData name="H. Shine" userId="fc27ff59f79380b6" providerId="LiveId" clId="{49B3E6E0-4B1E-4AD6-A829-DE648B7A64C9}" dt="2026-10-06T07:43:13.073" v="3382" actId="1036"/>
          <ac:spMkLst>
            <pc:docMk/>
            <pc:sldMk cId="1286769458" sldId="413"/>
            <ac:spMk id="215" creationId="{1FA67CE3-16E5-9699-5347-1003018B6F0D}"/>
          </ac:spMkLst>
        </pc:spChg>
        <pc:spChg chg="mod">
          <ac:chgData name="H. Shine" userId="fc27ff59f79380b6" providerId="LiveId" clId="{49B3E6E0-4B1E-4AD6-A829-DE648B7A64C9}" dt="2026-10-06T07:41:57.692" v="3324" actId="1038"/>
          <ac:spMkLst>
            <pc:docMk/>
            <pc:sldMk cId="1286769458" sldId="413"/>
            <ac:spMk id="218" creationId="{386E5B5C-0431-8AA8-12A7-5A31BB43C130}"/>
          </ac:spMkLst>
        </pc:spChg>
        <pc:spChg chg="mod">
          <ac:chgData name="H. Shine" userId="fc27ff59f79380b6" providerId="LiveId" clId="{49B3E6E0-4B1E-4AD6-A829-DE648B7A64C9}" dt="2026-10-06T07:42:55.881" v="3376" actId="1035"/>
          <ac:spMkLst>
            <pc:docMk/>
            <pc:sldMk cId="1286769458" sldId="413"/>
            <ac:spMk id="219" creationId="{B5B4F7A6-A9E6-64D5-1B18-D1C2656A60FF}"/>
          </ac:spMkLst>
        </pc:spChg>
        <pc:spChg chg="mod">
          <ac:chgData name="H. Shine" userId="fc27ff59f79380b6" providerId="LiveId" clId="{49B3E6E0-4B1E-4AD6-A829-DE648B7A64C9}" dt="2026-10-06T07:41:31.131" v="3302" actId="1035"/>
          <ac:spMkLst>
            <pc:docMk/>
            <pc:sldMk cId="1286769458" sldId="413"/>
            <ac:spMk id="221" creationId="{5A14F17B-C279-B9FD-DCE9-4BE5B080FF0C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231" creationId="{68E0FCAA-B64B-B0EB-F614-4C730A98850C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239" creationId="{74374713-9927-FC89-BD73-C410D6FBB9F7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241" creationId="{606026E3-330E-3202-B517-B228865A4F77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244" creationId="{57AA29A3-1341-E466-2E1B-6D460B8AC307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263" creationId="{D96BC6F8-C013-B1AD-437B-3B6845A37F8B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272" creationId="{7FED2CA1-A8E8-356F-6A70-F9DA410BBE93}"/>
          </ac:spMkLst>
        </pc:spChg>
        <pc:spChg chg="mod">
          <ac:chgData name="H. Shine" userId="fc27ff59f79380b6" providerId="LiveId" clId="{49B3E6E0-4B1E-4AD6-A829-DE648B7A64C9}" dt="2026-10-06T07:41:31.131" v="3302" actId="1035"/>
          <ac:spMkLst>
            <pc:docMk/>
            <pc:sldMk cId="1286769458" sldId="413"/>
            <ac:spMk id="286" creationId="{C26AC135-A8A7-8DFD-BE47-79CF3F4A3AD3}"/>
          </ac:spMkLst>
        </pc:spChg>
        <pc:spChg chg="add mod">
          <ac:chgData name="H. Shine" userId="fc27ff59f79380b6" providerId="LiveId" clId="{49B3E6E0-4B1E-4AD6-A829-DE648B7A64C9}" dt="2026-10-06T07:41:21.414" v="3277" actId="1076"/>
          <ac:spMkLst>
            <pc:docMk/>
            <pc:sldMk cId="1286769458" sldId="413"/>
            <ac:spMk id="295" creationId="{A678856D-FAAB-F40B-8ACF-FD07CCEF25E9}"/>
          </ac:spMkLst>
        </pc:spChg>
        <pc:spChg chg="mod">
          <ac:chgData name="H. Shine" userId="fc27ff59f79380b6" providerId="LiveId" clId="{49B3E6E0-4B1E-4AD6-A829-DE648B7A64C9}" dt="2026-10-06T07:41:31.131" v="3302" actId="1035"/>
          <ac:spMkLst>
            <pc:docMk/>
            <pc:sldMk cId="1286769458" sldId="413"/>
            <ac:spMk id="313" creationId="{F5E65D94-95B8-6A6C-25D6-4612B395DA72}"/>
          </ac:spMkLst>
        </pc:spChg>
        <pc:spChg chg="mod">
          <ac:chgData name="H. Shine" userId="fc27ff59f79380b6" providerId="LiveId" clId="{49B3E6E0-4B1E-4AD6-A829-DE648B7A64C9}" dt="2026-10-06T07:41:13.246" v="3276"/>
          <ac:spMkLst>
            <pc:docMk/>
            <pc:sldMk cId="1286769458" sldId="413"/>
            <ac:spMk id="316" creationId="{9C5397A2-A90B-AADF-6B5D-50F8F65CCDD4}"/>
          </ac:spMkLst>
        </pc:spChg>
        <pc:spChg chg="mod">
          <ac:chgData name="H. Shine" userId="fc27ff59f79380b6" providerId="LiveId" clId="{49B3E6E0-4B1E-4AD6-A829-DE648B7A64C9}" dt="2026-10-06T07:41:31.131" v="3302" actId="1035"/>
          <ac:spMkLst>
            <pc:docMk/>
            <pc:sldMk cId="1286769458" sldId="413"/>
            <ac:spMk id="323" creationId="{B79F285D-D05B-931D-0B5A-E63E92A6B8EA}"/>
          </ac:spMkLst>
        </pc:spChg>
        <pc:spChg chg="mod">
          <ac:chgData name="H. Shine" userId="fc27ff59f79380b6" providerId="LiveId" clId="{49B3E6E0-4B1E-4AD6-A829-DE648B7A64C9}" dt="2026-10-06T07:41:50.805" v="3320" actId="1035"/>
          <ac:spMkLst>
            <pc:docMk/>
            <pc:sldMk cId="1286769458" sldId="413"/>
            <ac:spMk id="324" creationId="{EF25ABC0-8178-A23B-5996-BF61FDEE0AB6}"/>
          </ac:spMkLst>
        </pc:spChg>
        <pc:spChg chg="mod">
          <ac:chgData name="H. Shine" userId="fc27ff59f79380b6" providerId="LiveId" clId="{49B3E6E0-4B1E-4AD6-A829-DE648B7A64C9}" dt="2026-10-06T07:42:06.767" v="3328" actId="1036"/>
          <ac:spMkLst>
            <pc:docMk/>
            <pc:sldMk cId="1286769458" sldId="413"/>
            <ac:spMk id="332" creationId="{645389CB-CA8D-CEE8-D51C-683E356140DE}"/>
          </ac:spMkLst>
        </pc:spChg>
        <pc:spChg chg="add mod">
          <ac:chgData name="H. Shine" userId="fc27ff59f79380b6" providerId="LiveId" clId="{49B3E6E0-4B1E-4AD6-A829-DE648B7A64C9}" dt="2026-10-06T07:41:31.131" v="3302" actId="1035"/>
          <ac:spMkLst>
            <pc:docMk/>
            <pc:sldMk cId="1286769458" sldId="413"/>
            <ac:spMk id="334" creationId="{49F5C55D-5383-0424-27B5-BFF917ECD02F}"/>
          </ac:spMkLst>
        </pc:spChg>
        <pc:grpChg chg="add mod">
          <ac:chgData name="H. Shine" userId="fc27ff59f79380b6" providerId="LiveId" clId="{49B3E6E0-4B1E-4AD6-A829-DE648B7A64C9}" dt="2026-10-06T04:00:36.696" v="1453" actId="164"/>
          <ac:grpSpMkLst>
            <pc:docMk/>
            <pc:sldMk cId="1286769458" sldId="413"/>
            <ac:grpSpMk id="59" creationId="{89C4931C-BADE-04CA-7249-AD299000C2E5}"/>
          </ac:grpSpMkLst>
        </pc:grpChg>
        <pc:grpChg chg="add mod">
          <ac:chgData name="H. Shine" userId="fc27ff59f79380b6" providerId="LiveId" clId="{49B3E6E0-4B1E-4AD6-A829-DE648B7A64C9}" dt="2026-10-06T04:12:08.803" v="1956" actId="1035"/>
          <ac:grpSpMkLst>
            <pc:docMk/>
            <pc:sldMk cId="1286769458" sldId="413"/>
            <ac:grpSpMk id="66" creationId="{9F02F96A-F480-A9F2-A2BF-11D907837810}"/>
          </ac:grpSpMkLst>
        </pc:grpChg>
        <pc:grpChg chg="add mod">
          <ac:chgData name="H. Shine" userId="fc27ff59f79380b6" providerId="LiveId" clId="{49B3E6E0-4B1E-4AD6-A829-DE648B7A64C9}" dt="2026-10-06T04:12:08.803" v="1956" actId="1035"/>
          <ac:grpSpMkLst>
            <pc:docMk/>
            <pc:sldMk cId="1286769458" sldId="413"/>
            <ac:grpSpMk id="67" creationId="{13D30A8E-DECC-5F7F-5F01-FB826F106411}"/>
          </ac:grpSpMkLst>
        </pc:grpChg>
        <pc:grpChg chg="add mod">
          <ac:chgData name="H. Shine" userId="fc27ff59f79380b6" providerId="LiveId" clId="{49B3E6E0-4B1E-4AD6-A829-DE648B7A64C9}" dt="2026-10-06T04:01:38.049" v="1518" actId="1036"/>
          <ac:grpSpMkLst>
            <pc:docMk/>
            <pc:sldMk cId="1286769458" sldId="413"/>
            <ac:grpSpMk id="71" creationId="{0481B53E-FA91-721C-1303-42173CD127CA}"/>
          </ac:grpSpMkLst>
        </pc:grpChg>
        <pc:grpChg chg="add mod">
          <ac:chgData name="H. Shine" userId="fc27ff59f79380b6" providerId="LiveId" clId="{49B3E6E0-4B1E-4AD6-A829-DE648B7A64C9}" dt="2026-10-06T04:01:38.049" v="1518" actId="1036"/>
          <ac:grpSpMkLst>
            <pc:docMk/>
            <pc:sldMk cId="1286769458" sldId="413"/>
            <ac:grpSpMk id="72" creationId="{86FF4ED8-7B50-3BC6-0A09-497661659FDF}"/>
          </ac:grpSpMkLst>
        </pc:grpChg>
        <pc:grpChg chg="mod">
          <ac:chgData name="H. Shine" userId="fc27ff59f79380b6" providerId="LiveId" clId="{49B3E6E0-4B1E-4AD6-A829-DE648B7A64C9}" dt="2026-10-06T04:00:46.694" v="1461"/>
          <ac:grpSpMkLst>
            <pc:docMk/>
            <pc:sldMk cId="1286769458" sldId="413"/>
            <ac:grpSpMk id="73" creationId="{209B0930-6B14-2459-CA78-062D40E7E5EB}"/>
          </ac:grpSpMkLst>
        </pc:grpChg>
        <pc:grpChg chg="add mod">
          <ac:chgData name="H. Shine" userId="fc27ff59f79380b6" providerId="LiveId" clId="{49B3E6E0-4B1E-4AD6-A829-DE648B7A64C9}" dt="2026-10-06T04:10:49.835" v="1799" actId="1036"/>
          <ac:grpSpMkLst>
            <pc:docMk/>
            <pc:sldMk cId="1286769458" sldId="413"/>
            <ac:grpSpMk id="169" creationId="{E5739C19-4F08-DBA4-1259-60E343564B55}"/>
          </ac:grpSpMkLst>
        </pc:grpChg>
        <pc:grpChg chg="add mod">
          <ac:chgData name="H. Shine" userId="fc27ff59f79380b6" providerId="LiveId" clId="{49B3E6E0-4B1E-4AD6-A829-DE648B7A64C9}" dt="2026-10-06T04:10:49.835" v="1799" actId="1036"/>
          <ac:grpSpMkLst>
            <pc:docMk/>
            <pc:sldMk cId="1286769458" sldId="413"/>
            <ac:grpSpMk id="170" creationId="{CD831D02-5A8F-AC92-973B-BB96DFCFF23A}"/>
          </ac:grpSpMkLst>
        </pc:grpChg>
        <pc:grpChg chg="add mod">
          <ac:chgData name="H. Shine" userId="fc27ff59f79380b6" providerId="LiveId" clId="{49B3E6E0-4B1E-4AD6-A829-DE648B7A64C9}" dt="2026-10-06T04:10:49.835" v="1799" actId="1036"/>
          <ac:grpSpMkLst>
            <pc:docMk/>
            <pc:sldMk cId="1286769458" sldId="413"/>
            <ac:grpSpMk id="175" creationId="{14D2A1F7-0F25-310E-12A8-8189873B84F6}"/>
          </ac:grpSpMkLst>
        </pc:grpChg>
        <pc:grpChg chg="add mod">
          <ac:chgData name="H. Shine" userId="fc27ff59f79380b6" providerId="LiveId" clId="{49B3E6E0-4B1E-4AD6-A829-DE648B7A64C9}" dt="2026-10-06T04:10:49.835" v="1799" actId="1036"/>
          <ac:grpSpMkLst>
            <pc:docMk/>
            <pc:sldMk cId="1286769458" sldId="413"/>
            <ac:grpSpMk id="180" creationId="{264C533A-F480-B55F-BCC6-88394EE79CB1}"/>
          </ac:grpSpMkLst>
        </pc:grpChg>
        <pc:grpChg chg="mod">
          <ac:chgData name="H. Shine" userId="fc27ff59f79380b6" providerId="LiveId" clId="{49B3E6E0-4B1E-4AD6-A829-DE648B7A64C9}" dt="2026-10-06T04:18:12.965" v="2144" actId="1037"/>
          <ac:grpSpMkLst>
            <pc:docMk/>
            <pc:sldMk cId="1286769458" sldId="413"/>
            <ac:grpSpMk id="185" creationId="{F811DD33-3139-B2C0-3BBE-EC458CB9C4F5}"/>
          </ac:grpSpMkLst>
        </pc:grpChg>
        <pc:grpChg chg="mod">
          <ac:chgData name="H. Shine" userId="fc27ff59f79380b6" providerId="LiveId" clId="{49B3E6E0-4B1E-4AD6-A829-DE648B7A64C9}" dt="2026-10-06T07:42:34.360" v="3346" actId="1038"/>
          <ac:grpSpMkLst>
            <pc:docMk/>
            <pc:sldMk cId="1286769458" sldId="413"/>
            <ac:grpSpMk id="190" creationId="{0A2E637C-B8E2-34A1-FA37-6A988699C499}"/>
          </ac:grpSpMkLst>
        </pc:grpChg>
        <pc:grpChg chg="mod">
          <ac:chgData name="H. Shine" userId="fc27ff59f79380b6" providerId="LiveId" clId="{49B3E6E0-4B1E-4AD6-A829-DE648B7A64C9}" dt="2026-10-06T04:18:12.965" v="2144" actId="1037"/>
          <ac:grpSpMkLst>
            <pc:docMk/>
            <pc:sldMk cId="1286769458" sldId="413"/>
            <ac:grpSpMk id="195" creationId="{61D39F36-F53B-0C17-8EC0-EA984FF557DA}"/>
          </ac:grpSpMkLst>
        </pc:grpChg>
        <pc:grpChg chg="mod">
          <ac:chgData name="H. Shine" userId="fc27ff59f79380b6" providerId="LiveId" clId="{49B3E6E0-4B1E-4AD6-A829-DE648B7A64C9}" dt="2026-10-06T04:18:12.965" v="2144" actId="1037"/>
          <ac:grpSpMkLst>
            <pc:docMk/>
            <pc:sldMk cId="1286769458" sldId="413"/>
            <ac:grpSpMk id="200" creationId="{4684B951-879B-3281-A1BB-BDF5E55EC920}"/>
          </ac:grpSpMkLst>
        </pc:grpChg>
        <pc:picChg chg="del">
          <ac:chgData name="H. Shine" userId="fc27ff59f79380b6" providerId="LiveId" clId="{49B3E6E0-4B1E-4AD6-A829-DE648B7A64C9}" dt="2026-10-06T03:41:27.233" v="931" actId="478"/>
          <ac:picMkLst>
            <pc:docMk/>
            <pc:sldMk cId="1286769458" sldId="413"/>
            <ac:picMk id="6" creationId="{B9BD7D12-C930-74F7-A4FA-3CAA857B60D4}"/>
          </ac:picMkLst>
        </pc:picChg>
        <pc:picChg chg="add del">
          <ac:chgData name="H. Shine" userId="fc27ff59f79380b6" providerId="LiveId" clId="{49B3E6E0-4B1E-4AD6-A829-DE648B7A64C9}" dt="2026-10-07T02:56:07.042" v="3389" actId="478"/>
          <ac:picMkLst>
            <pc:docMk/>
            <pc:sldMk cId="1286769458" sldId="413"/>
            <ac:picMk id="7" creationId="{594D9C0F-DA98-F4EE-393A-50D5B64CDAB5}"/>
          </ac:picMkLst>
        </pc:picChg>
        <pc:picChg chg="add del mod ord">
          <ac:chgData name="H. Shine" userId="fc27ff59f79380b6" providerId="LiveId" clId="{49B3E6E0-4B1E-4AD6-A829-DE648B7A64C9}" dt="2026-10-06T07:41:01.912" v="3271" actId="478"/>
          <ac:picMkLst>
            <pc:docMk/>
            <pc:sldMk cId="1286769458" sldId="413"/>
            <ac:picMk id="8" creationId="{DFC606A2-9A3F-615F-7EB6-56045B617D79}"/>
          </ac:picMkLst>
        </pc:picChg>
        <pc:picChg chg="add del mod">
          <ac:chgData name="H. Shine" userId="fc27ff59f79380b6" providerId="LiveId" clId="{49B3E6E0-4B1E-4AD6-A829-DE648B7A64C9}" dt="2026-10-06T03:42:26.558" v="952" actId="478"/>
          <ac:picMkLst>
            <pc:docMk/>
            <pc:sldMk cId="1286769458" sldId="413"/>
            <ac:picMk id="10" creationId="{070C1F79-A4E9-FFBA-8DA0-A649E16EEC61}"/>
          </ac:picMkLst>
        </pc:picChg>
        <pc:cxnChg chg="add del mod ord">
          <ac:chgData name="H. Shine" userId="fc27ff59f79380b6" providerId="LiveId" clId="{49B3E6E0-4B1E-4AD6-A829-DE648B7A64C9}" dt="2026-10-06T07:41:08.361" v="3273" actId="478"/>
          <ac:cxnSpMkLst>
            <pc:docMk/>
            <pc:sldMk cId="1286769458" sldId="413"/>
            <ac:cxnSpMk id="17" creationId="{739FEA35-2E0F-F4AA-7AD4-8EF6809D772F}"/>
          </ac:cxnSpMkLst>
        </pc:cxnChg>
        <pc:cxnChg chg="add del mod ord">
          <ac:chgData name="H. Shine" userId="fc27ff59f79380b6" providerId="LiveId" clId="{49B3E6E0-4B1E-4AD6-A829-DE648B7A64C9}" dt="2026-10-06T07:41:08.361" v="3273" actId="478"/>
          <ac:cxnSpMkLst>
            <pc:docMk/>
            <pc:sldMk cId="1286769458" sldId="413"/>
            <ac:cxnSpMk id="18" creationId="{EC14D695-6A72-8E0C-337D-3E2A04228E13}"/>
          </ac:cxnSpMkLst>
        </pc:cxnChg>
        <pc:cxnChg chg="add del mod ord">
          <ac:chgData name="H. Shine" userId="fc27ff59f79380b6" providerId="LiveId" clId="{49B3E6E0-4B1E-4AD6-A829-DE648B7A64C9}" dt="2026-10-06T07:41:08.361" v="3273" actId="478"/>
          <ac:cxnSpMkLst>
            <pc:docMk/>
            <pc:sldMk cId="1286769458" sldId="413"/>
            <ac:cxnSpMk id="21" creationId="{549D9FEF-FDF2-0D39-A59F-349D235DA401}"/>
          </ac:cxnSpMkLst>
        </pc:cxnChg>
        <pc:cxnChg chg="add del mod ord">
          <ac:chgData name="H. Shine" userId="fc27ff59f79380b6" providerId="LiveId" clId="{49B3E6E0-4B1E-4AD6-A829-DE648B7A64C9}" dt="2026-10-06T07:41:08.361" v="3273" actId="478"/>
          <ac:cxnSpMkLst>
            <pc:docMk/>
            <pc:sldMk cId="1286769458" sldId="413"/>
            <ac:cxnSpMk id="24" creationId="{EB67973A-9A8C-53B3-B732-55F267983832}"/>
          </ac:cxnSpMkLst>
        </pc:cxnChg>
        <pc:cxnChg chg="add del mod ord">
          <ac:chgData name="H. Shine" userId="fc27ff59f79380b6" providerId="LiveId" clId="{49B3E6E0-4B1E-4AD6-A829-DE648B7A64C9}" dt="2026-10-06T07:41:08.361" v="3273" actId="478"/>
          <ac:cxnSpMkLst>
            <pc:docMk/>
            <pc:sldMk cId="1286769458" sldId="413"/>
            <ac:cxnSpMk id="27" creationId="{9A5704E1-6AB6-DDF0-A33A-A48E611C6A4D}"/>
          </ac:cxnSpMkLst>
        </pc:cxnChg>
        <pc:cxnChg chg="add del mod ord">
          <ac:chgData name="H. Shine" userId="fc27ff59f79380b6" providerId="LiveId" clId="{49B3E6E0-4B1E-4AD6-A829-DE648B7A64C9}" dt="2026-10-06T07:41:08.361" v="3273" actId="478"/>
          <ac:cxnSpMkLst>
            <pc:docMk/>
            <pc:sldMk cId="1286769458" sldId="413"/>
            <ac:cxnSpMk id="28" creationId="{9DA38406-4A12-09C5-62AF-8494A8A63959}"/>
          </ac:cxnSpMkLst>
        </pc:cxnChg>
        <pc:cxnChg chg="add mod">
          <ac:chgData name="H. Shine" userId="fc27ff59f79380b6" providerId="LiveId" clId="{49B3E6E0-4B1E-4AD6-A829-DE648B7A64C9}" dt="2026-10-06T03:56:34.465" v="1263" actId="164"/>
          <ac:cxnSpMkLst>
            <pc:docMk/>
            <pc:sldMk cId="1286769458" sldId="413"/>
            <ac:cxnSpMk id="31" creationId="{8DA4807E-7247-D781-03FA-C80603F9AAED}"/>
          </ac:cxnSpMkLst>
        </pc:cxnChg>
        <pc:cxnChg chg="add mod">
          <ac:chgData name="H. Shine" userId="fc27ff59f79380b6" providerId="LiveId" clId="{49B3E6E0-4B1E-4AD6-A829-DE648B7A64C9}" dt="2026-10-06T03:56:34.465" v="1263" actId="164"/>
          <ac:cxnSpMkLst>
            <pc:docMk/>
            <pc:sldMk cId="1286769458" sldId="413"/>
            <ac:cxnSpMk id="32" creationId="{9F390B6C-8983-630A-549A-B97500F31A32}"/>
          </ac:cxnSpMkLst>
        </pc:cxnChg>
        <pc:cxnChg chg="add mod">
          <ac:chgData name="H. Shine" userId="fc27ff59f79380b6" providerId="LiveId" clId="{49B3E6E0-4B1E-4AD6-A829-DE648B7A64C9}" dt="2026-10-06T07:44:46.225" v="3385" actId="1038"/>
          <ac:cxnSpMkLst>
            <pc:docMk/>
            <pc:sldMk cId="1286769458" sldId="413"/>
            <ac:cxnSpMk id="33" creationId="{B9F1B08F-2854-4C27-B016-12AAEC783FFA}"/>
          </ac:cxnSpMkLst>
        </pc:cxnChg>
        <pc:cxnChg chg="add mod">
          <ac:chgData name="H. Shine" userId="fc27ff59f79380b6" providerId="LiveId" clId="{49B3E6E0-4B1E-4AD6-A829-DE648B7A64C9}" dt="2026-10-06T03:56:34.465" v="1263" actId="164"/>
          <ac:cxnSpMkLst>
            <pc:docMk/>
            <pc:sldMk cId="1286769458" sldId="413"/>
            <ac:cxnSpMk id="34" creationId="{3BE5F139-C42E-1928-176B-685B330A8029}"/>
          </ac:cxnSpMkLst>
        </pc:cxnChg>
        <pc:cxnChg chg="add mod">
          <ac:chgData name="H. Shine" userId="fc27ff59f79380b6" providerId="LiveId" clId="{49B3E6E0-4B1E-4AD6-A829-DE648B7A64C9}" dt="2026-10-06T03:56:34.465" v="1263" actId="164"/>
          <ac:cxnSpMkLst>
            <pc:docMk/>
            <pc:sldMk cId="1286769458" sldId="413"/>
            <ac:cxnSpMk id="35" creationId="{9A0CFFD2-347A-D7A8-8FC2-84E3FA52363F}"/>
          </ac:cxnSpMkLst>
        </pc:cxnChg>
        <pc:cxnChg chg="add mod">
          <ac:chgData name="H. Shine" userId="fc27ff59f79380b6" providerId="LiveId" clId="{49B3E6E0-4B1E-4AD6-A829-DE648B7A64C9}" dt="2026-10-06T03:56:34.465" v="1263" actId="164"/>
          <ac:cxnSpMkLst>
            <pc:docMk/>
            <pc:sldMk cId="1286769458" sldId="413"/>
            <ac:cxnSpMk id="36" creationId="{7A66FB76-3DD3-348E-FAE2-126D46F2DB55}"/>
          </ac:cxnSpMkLst>
        </pc:cxnChg>
        <pc:cxnChg chg="add mod">
          <ac:chgData name="H. Shine" userId="fc27ff59f79380b6" providerId="LiveId" clId="{49B3E6E0-4B1E-4AD6-A829-DE648B7A64C9}" dt="2026-10-06T03:56:37.590" v="1264" actId="164"/>
          <ac:cxnSpMkLst>
            <pc:docMk/>
            <pc:sldMk cId="1286769458" sldId="413"/>
            <ac:cxnSpMk id="40" creationId="{B43A7453-6068-BB2F-B320-5B6966798DA0}"/>
          </ac:cxnSpMkLst>
        </pc:cxnChg>
        <pc:cxnChg chg="add mod">
          <ac:chgData name="H. Shine" userId="fc27ff59f79380b6" providerId="LiveId" clId="{49B3E6E0-4B1E-4AD6-A829-DE648B7A64C9}" dt="2026-10-06T03:56:37.590" v="1264" actId="164"/>
          <ac:cxnSpMkLst>
            <pc:docMk/>
            <pc:sldMk cId="1286769458" sldId="413"/>
            <ac:cxnSpMk id="41" creationId="{3B052234-65B2-3D02-8876-343BCBEF3154}"/>
          </ac:cxnSpMkLst>
        </pc:cxnChg>
        <pc:cxnChg chg="add mod">
          <ac:chgData name="H. Shine" userId="fc27ff59f79380b6" providerId="LiveId" clId="{49B3E6E0-4B1E-4AD6-A829-DE648B7A64C9}" dt="2026-10-06T03:56:37.590" v="1264" actId="164"/>
          <ac:cxnSpMkLst>
            <pc:docMk/>
            <pc:sldMk cId="1286769458" sldId="413"/>
            <ac:cxnSpMk id="42" creationId="{37D238C5-146F-BE95-16F6-B2C50258985B}"/>
          </ac:cxnSpMkLst>
        </pc:cxnChg>
        <pc:cxnChg chg="add mod">
          <ac:chgData name="H. Shine" userId="fc27ff59f79380b6" providerId="LiveId" clId="{49B3E6E0-4B1E-4AD6-A829-DE648B7A64C9}" dt="2026-10-06T03:56:37.590" v="1264" actId="164"/>
          <ac:cxnSpMkLst>
            <pc:docMk/>
            <pc:sldMk cId="1286769458" sldId="413"/>
            <ac:cxnSpMk id="43" creationId="{7D0DE84F-9617-4A8B-89A3-C4A21BAEA186}"/>
          </ac:cxnSpMkLst>
        </pc:cxnChg>
        <pc:cxnChg chg="add mod">
          <ac:chgData name="H. Shine" userId="fc27ff59f79380b6" providerId="LiveId" clId="{49B3E6E0-4B1E-4AD6-A829-DE648B7A64C9}" dt="2026-10-06T03:56:37.590" v="1264" actId="164"/>
          <ac:cxnSpMkLst>
            <pc:docMk/>
            <pc:sldMk cId="1286769458" sldId="413"/>
            <ac:cxnSpMk id="44" creationId="{209A66C0-8269-7555-2C47-DCDA91CD081A}"/>
          </ac:cxnSpMkLst>
        </pc:cxnChg>
        <pc:cxnChg chg="add mod">
          <ac:chgData name="H. Shine" userId="fc27ff59f79380b6" providerId="LiveId" clId="{49B3E6E0-4B1E-4AD6-A829-DE648B7A64C9}" dt="2026-10-06T03:56:37.590" v="1264" actId="164"/>
          <ac:cxnSpMkLst>
            <pc:docMk/>
            <pc:sldMk cId="1286769458" sldId="413"/>
            <ac:cxnSpMk id="45" creationId="{EA59BC66-3662-C4EA-4225-9ED1B08FCC33}"/>
          </ac:cxnSpMkLst>
        </pc:cxnChg>
        <pc:cxnChg chg="add del mod">
          <ac:chgData name="H. Shine" userId="fc27ff59f79380b6" providerId="LiveId" clId="{49B3E6E0-4B1E-4AD6-A829-DE648B7A64C9}" dt="2026-10-06T03:53:37.201" v="1141" actId="478"/>
          <ac:cxnSpMkLst>
            <pc:docMk/>
            <pc:sldMk cId="1286769458" sldId="413"/>
            <ac:cxnSpMk id="51" creationId="{F17CD337-AFC7-0176-81A6-BBD460E2B6A1}"/>
          </ac:cxnSpMkLst>
        </pc:cxnChg>
        <pc:cxnChg chg="add del mod">
          <ac:chgData name="H. Shine" userId="fc27ff59f79380b6" providerId="LiveId" clId="{49B3E6E0-4B1E-4AD6-A829-DE648B7A64C9}" dt="2026-10-06T03:53:36.232" v="1140" actId="478"/>
          <ac:cxnSpMkLst>
            <pc:docMk/>
            <pc:sldMk cId="1286769458" sldId="413"/>
            <ac:cxnSpMk id="52" creationId="{3E60848B-16F7-D7CA-CA19-A9ECD5C18501}"/>
          </ac:cxnSpMkLst>
        </pc:cxnChg>
        <pc:cxnChg chg="add del mod">
          <ac:chgData name="H. Shine" userId="fc27ff59f79380b6" providerId="LiveId" clId="{49B3E6E0-4B1E-4AD6-A829-DE648B7A64C9}" dt="2026-10-06T03:53:35.034" v="1138" actId="478"/>
          <ac:cxnSpMkLst>
            <pc:docMk/>
            <pc:sldMk cId="1286769458" sldId="413"/>
            <ac:cxnSpMk id="53" creationId="{225057B5-6A95-44BF-CDB3-96AAE9708F61}"/>
          </ac:cxnSpMkLst>
        </pc:cxnChg>
        <pc:cxnChg chg="add del mod">
          <ac:chgData name="H. Shine" userId="fc27ff59f79380b6" providerId="LiveId" clId="{49B3E6E0-4B1E-4AD6-A829-DE648B7A64C9}" dt="2026-10-06T03:53:37.837" v="1142" actId="478"/>
          <ac:cxnSpMkLst>
            <pc:docMk/>
            <pc:sldMk cId="1286769458" sldId="413"/>
            <ac:cxnSpMk id="54" creationId="{D7FF8FBD-2783-9AE2-09C4-4E6F89F9AAD7}"/>
          </ac:cxnSpMkLst>
        </pc:cxnChg>
        <pc:cxnChg chg="add del mod">
          <ac:chgData name="H. Shine" userId="fc27ff59f79380b6" providerId="LiveId" clId="{49B3E6E0-4B1E-4AD6-A829-DE648B7A64C9}" dt="2026-10-06T03:53:35.750" v="1139" actId="478"/>
          <ac:cxnSpMkLst>
            <pc:docMk/>
            <pc:sldMk cId="1286769458" sldId="413"/>
            <ac:cxnSpMk id="55" creationId="{499FC26E-4AAE-ECE3-3DDD-99321DA371B0}"/>
          </ac:cxnSpMkLst>
        </pc:cxnChg>
        <pc:cxnChg chg="add del mod">
          <ac:chgData name="H. Shine" userId="fc27ff59f79380b6" providerId="LiveId" clId="{49B3E6E0-4B1E-4AD6-A829-DE648B7A64C9}" dt="2026-10-06T03:53:38.257" v="1143" actId="478"/>
          <ac:cxnSpMkLst>
            <pc:docMk/>
            <pc:sldMk cId="1286769458" sldId="413"/>
            <ac:cxnSpMk id="56" creationId="{382CC6EA-E76C-995B-FE9E-938A75C1018F}"/>
          </ac:cxnSpMkLst>
        </pc:cxnChg>
        <pc:cxnChg chg="add del mod">
          <ac:chgData name="H. Shine" userId="fc27ff59f79380b6" providerId="LiveId" clId="{49B3E6E0-4B1E-4AD6-A829-DE648B7A64C9}" dt="2026-10-06T04:02:22.397" v="1549" actId="11529"/>
          <ac:cxnSpMkLst>
            <pc:docMk/>
            <pc:sldMk cId="1286769458" sldId="413"/>
            <ac:cxnSpMk id="80" creationId="{5F57E968-C491-0411-564C-AF5DE5DFBE39}"/>
          </ac:cxnSpMkLst>
        </pc:cxnChg>
        <pc:cxnChg chg="add mod ord">
          <ac:chgData name="H. Shine" userId="fc27ff59f79380b6" providerId="LiveId" clId="{49B3E6E0-4B1E-4AD6-A829-DE648B7A64C9}" dt="2026-10-06T07:41:34.893" v="3303" actId="14100"/>
          <ac:cxnSpMkLst>
            <pc:docMk/>
            <pc:sldMk cId="1286769458" sldId="413"/>
            <ac:cxnSpMk id="82" creationId="{DBA1B5F5-75C7-FE22-A1E7-0C6CDDF27537}"/>
          </ac:cxnSpMkLst>
        </pc:cxnChg>
      </pc:sldChg>
      <pc:sldChg chg="addSp delSp modSp add del mod">
        <pc:chgData name="H. Shine" userId="fc27ff59f79380b6" providerId="LiveId" clId="{49B3E6E0-4B1E-4AD6-A829-DE648B7A64C9}" dt="2026-10-06T07:44:13.323" v="3383" actId="47"/>
        <pc:sldMkLst>
          <pc:docMk/>
          <pc:sldMk cId="1421474289" sldId="414"/>
        </pc:sldMkLst>
        <pc:spChg chg="mod">
          <ac:chgData name="H. Shine" userId="fc27ff59f79380b6" providerId="LiveId" clId="{49B3E6E0-4B1E-4AD6-A829-DE648B7A64C9}" dt="2026-10-06T07:41:10.934" v="3275" actId="1076"/>
          <ac:spMkLst>
            <pc:docMk/>
            <pc:sldMk cId="1421474289" sldId="414"/>
            <ac:spMk id="4" creationId="{2977BC4C-4539-E5FB-6572-9B1A7ABD8D6D}"/>
          </ac:spMkLst>
        </pc:spChg>
        <pc:spChg chg="mod ord">
          <ac:chgData name="H. Shine" userId="fc27ff59f79380b6" providerId="LiveId" clId="{49B3E6E0-4B1E-4AD6-A829-DE648B7A64C9}" dt="2026-10-06T07:34:27.361" v="3049" actId="167"/>
          <ac:spMkLst>
            <pc:docMk/>
            <pc:sldMk cId="1421474289" sldId="414"/>
            <ac:spMk id="7" creationId="{502EB499-BED6-7D82-839A-752F8D724C84}"/>
          </ac:spMkLst>
        </pc:spChg>
        <pc:spChg chg="add del mod">
          <ac:chgData name="H. Shine" userId="fc27ff59f79380b6" providerId="LiveId" clId="{49B3E6E0-4B1E-4AD6-A829-DE648B7A64C9}" dt="2026-10-06T04:19:07.428" v="2150" actId="478"/>
          <ac:spMkLst>
            <pc:docMk/>
            <pc:sldMk cId="1421474289" sldId="414"/>
            <ac:spMk id="9" creationId="{8A7CABBB-90B4-80BA-E599-AE9BDCF099AE}"/>
          </ac:spMkLst>
        </pc:spChg>
        <pc:spChg chg="del mod">
          <ac:chgData name="H. Shine" userId="fc27ff59f79380b6" providerId="LiveId" clId="{49B3E6E0-4B1E-4AD6-A829-DE648B7A64C9}" dt="2026-10-06T07:39:58.843" v="3256" actId="478"/>
          <ac:spMkLst>
            <pc:docMk/>
            <pc:sldMk cId="1421474289" sldId="414"/>
            <ac:spMk id="11" creationId="{920B4139-F484-AD5F-433F-B80B6B3BBBD0}"/>
          </ac:spMkLst>
        </pc:spChg>
        <pc:spChg chg="mod">
          <ac:chgData name="H. Shine" userId="fc27ff59f79380b6" providerId="LiveId" clId="{49B3E6E0-4B1E-4AD6-A829-DE648B7A64C9}" dt="2026-10-06T04:13:11.885" v="1977"/>
          <ac:spMkLst>
            <pc:docMk/>
            <pc:sldMk cId="1421474289" sldId="414"/>
            <ac:spMk id="20" creationId="{0F76C2C1-D49C-F2C9-48FD-B7B25DD58C8C}"/>
          </ac:spMkLst>
        </pc:spChg>
        <pc:spChg chg="del mod">
          <ac:chgData name="H. Shine" userId="fc27ff59f79380b6" providerId="LiveId" clId="{49B3E6E0-4B1E-4AD6-A829-DE648B7A64C9}" dt="2026-10-06T07:39:58.843" v="3256" actId="478"/>
          <ac:spMkLst>
            <pc:docMk/>
            <pc:sldMk cId="1421474289" sldId="414"/>
            <ac:spMk id="32" creationId="{47804E1E-8C17-3117-F350-296B29895A38}"/>
          </ac:spMkLst>
        </pc:spChg>
        <pc:spChg chg="mod">
          <ac:chgData name="H. Shine" userId="fc27ff59f79380b6" providerId="LiveId" clId="{49B3E6E0-4B1E-4AD6-A829-DE648B7A64C9}" dt="2026-10-06T04:21:10.032" v="2199" actId="20577"/>
          <ac:spMkLst>
            <pc:docMk/>
            <pc:sldMk cId="1421474289" sldId="414"/>
            <ac:spMk id="38" creationId="{2867E6FE-9668-4DB7-FC6A-05DCF6E1C64D}"/>
          </ac:spMkLst>
        </pc:spChg>
        <pc:spChg chg="mod">
          <ac:chgData name="H. Shine" userId="fc27ff59f79380b6" providerId="LiveId" clId="{49B3E6E0-4B1E-4AD6-A829-DE648B7A64C9}" dt="2026-10-06T04:19:14.568" v="2151" actId="14100"/>
          <ac:spMkLst>
            <pc:docMk/>
            <pc:sldMk cId="1421474289" sldId="414"/>
            <ac:spMk id="43" creationId="{8032C0D5-D072-A2CF-B99A-FB2D980D4FC1}"/>
          </ac:spMkLst>
        </pc:spChg>
        <pc:spChg chg="del mod">
          <ac:chgData name="H. Shine" userId="fc27ff59f79380b6" providerId="LiveId" clId="{49B3E6E0-4B1E-4AD6-A829-DE648B7A64C9}" dt="2026-10-06T07:39:57.612" v="3255" actId="478"/>
          <ac:spMkLst>
            <pc:docMk/>
            <pc:sldMk cId="1421474289" sldId="414"/>
            <ac:spMk id="44" creationId="{9BB39B87-B2BB-4194-123D-51496D721792}"/>
          </ac:spMkLst>
        </pc:spChg>
        <pc:spChg chg="add mod">
          <ac:chgData name="H. Shine" userId="fc27ff59f79380b6" providerId="LiveId" clId="{49B3E6E0-4B1E-4AD6-A829-DE648B7A64C9}" dt="2026-10-06T07:32:32.619" v="2977" actId="1036"/>
          <ac:spMkLst>
            <pc:docMk/>
            <pc:sldMk cId="1421474289" sldId="414"/>
            <ac:spMk id="45" creationId="{8CE2EEC0-32D7-B418-460D-68D1EBA9C58A}"/>
          </ac:spMkLst>
        </pc:spChg>
        <pc:spChg chg="mod">
          <ac:chgData name="H. Shine" userId="fc27ff59f79380b6" providerId="LiveId" clId="{49B3E6E0-4B1E-4AD6-A829-DE648B7A64C9}" dt="2026-10-06T06:42:03.568" v="2687" actId="1035"/>
          <ac:spMkLst>
            <pc:docMk/>
            <pc:sldMk cId="1421474289" sldId="414"/>
            <ac:spMk id="46" creationId="{A16993A0-E14D-4D65-C686-7D49DBF1CAAA}"/>
          </ac:spMkLst>
        </pc:spChg>
        <pc:spChg chg="mod topLvl">
          <ac:chgData name="H. Shine" userId="fc27ff59f79380b6" providerId="LiveId" clId="{49B3E6E0-4B1E-4AD6-A829-DE648B7A64C9}" dt="2026-10-06T06:41:57.974" v="2672" actId="164"/>
          <ac:spMkLst>
            <pc:docMk/>
            <pc:sldMk cId="1421474289" sldId="414"/>
            <ac:spMk id="48" creationId="{0173D557-2285-987E-D1B3-14CA5BE3A3F3}"/>
          </ac:spMkLst>
        </pc:spChg>
        <pc:spChg chg="del mod topLvl">
          <ac:chgData name="H. Shine" userId="fc27ff59f79380b6" providerId="LiveId" clId="{49B3E6E0-4B1E-4AD6-A829-DE648B7A64C9}" dt="2026-10-06T07:39:58.843" v="3256" actId="478"/>
          <ac:spMkLst>
            <pc:docMk/>
            <pc:sldMk cId="1421474289" sldId="414"/>
            <ac:spMk id="49" creationId="{141E31C7-A78A-8ECC-0219-12126A44DBBF}"/>
          </ac:spMkLst>
        </pc:spChg>
        <pc:spChg chg="mod ord topLvl">
          <ac:chgData name="H. Shine" userId="fc27ff59f79380b6" providerId="LiveId" clId="{49B3E6E0-4B1E-4AD6-A829-DE648B7A64C9}" dt="2026-10-06T06:43:02.645" v="2715" actId="1035"/>
          <ac:spMkLst>
            <pc:docMk/>
            <pc:sldMk cId="1421474289" sldId="414"/>
            <ac:spMk id="50" creationId="{406E2E66-5CC0-B050-05BC-CE34021B138B}"/>
          </ac:spMkLst>
        </pc:spChg>
        <pc:spChg chg="del mod topLvl">
          <ac:chgData name="H. Shine" userId="fc27ff59f79380b6" providerId="LiveId" clId="{49B3E6E0-4B1E-4AD6-A829-DE648B7A64C9}" dt="2026-10-06T07:39:58.843" v="3256" actId="478"/>
          <ac:spMkLst>
            <pc:docMk/>
            <pc:sldMk cId="1421474289" sldId="414"/>
            <ac:spMk id="51" creationId="{DFC3ACB4-2BE1-3B25-F651-376A7F025C1F}"/>
          </ac:spMkLst>
        </pc:spChg>
        <pc:spChg chg="mod">
          <ac:chgData name="H. Shine" userId="fc27ff59f79380b6" providerId="LiveId" clId="{49B3E6E0-4B1E-4AD6-A829-DE648B7A64C9}" dt="2026-10-06T04:13:11.885" v="1977"/>
          <ac:spMkLst>
            <pc:docMk/>
            <pc:sldMk cId="1421474289" sldId="414"/>
            <ac:spMk id="56" creationId="{987E01A7-A9DA-D252-8F69-60BCA18757E0}"/>
          </ac:spMkLst>
        </pc:spChg>
        <pc:spChg chg="mod">
          <ac:chgData name="H. Shine" userId="fc27ff59f79380b6" providerId="LiveId" clId="{49B3E6E0-4B1E-4AD6-A829-DE648B7A64C9}" dt="2026-10-06T04:13:11.885" v="1977"/>
          <ac:spMkLst>
            <pc:docMk/>
            <pc:sldMk cId="1421474289" sldId="414"/>
            <ac:spMk id="61" creationId="{D63F34EE-8B45-8099-1AF6-CCAEA28D48EA}"/>
          </ac:spMkLst>
        </pc:spChg>
        <pc:spChg chg="mod">
          <ac:chgData name="H. Shine" userId="fc27ff59f79380b6" providerId="LiveId" clId="{49B3E6E0-4B1E-4AD6-A829-DE648B7A64C9}" dt="2026-10-06T04:13:11.885" v="1977"/>
          <ac:spMkLst>
            <pc:docMk/>
            <pc:sldMk cId="1421474289" sldId="414"/>
            <ac:spMk id="73" creationId="{8E2E3AC1-E247-9D38-42A9-580F5D2D43E7}"/>
          </ac:spMkLst>
        </pc:spChg>
        <pc:spChg chg="mod">
          <ac:chgData name="H. Shine" userId="fc27ff59f79380b6" providerId="LiveId" clId="{49B3E6E0-4B1E-4AD6-A829-DE648B7A64C9}" dt="2026-10-06T04:13:11.885" v="1977"/>
          <ac:spMkLst>
            <pc:docMk/>
            <pc:sldMk cId="1421474289" sldId="414"/>
            <ac:spMk id="85" creationId="{7D93F3ED-B271-E77B-69F5-5A32B41B2DE6}"/>
          </ac:spMkLst>
        </pc:spChg>
        <pc:spChg chg="mod">
          <ac:chgData name="H. Shine" userId="fc27ff59f79380b6" providerId="LiveId" clId="{49B3E6E0-4B1E-4AD6-A829-DE648B7A64C9}" dt="2026-10-06T07:40:43.170" v="3266" actId="404"/>
          <ac:spMkLst>
            <pc:docMk/>
            <pc:sldMk cId="1421474289" sldId="414"/>
            <ac:spMk id="87" creationId="{C7F6C9A2-5DE6-9590-4F97-CFA1DF984117}"/>
          </ac:spMkLst>
        </pc:spChg>
        <pc:spChg chg="add 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89" creationId="{0B6F8A5D-053B-78F4-4B1D-F5D528720774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01" creationId="{5665CACE-D7BF-1E58-ABFF-A3EE400EA904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11" creationId="{621B71A0-1E1F-D29F-269D-59B1254C10B1}"/>
          </ac:spMkLst>
        </pc:spChg>
        <pc:spChg chg="add 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12" creationId="{FE5AABF7-6D6A-8C63-D1D1-B461D2A47057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17" creationId="{79E50E72-291A-F131-948C-62C458FAFAA1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31" creationId="{CC7ADF9F-C11F-D3D1-6CBC-81F13D166DC9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40" creationId="{3261C570-C86A-440A-C175-3708BDEBEA6D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48" creationId="{0CE964FB-411A-94FD-DA87-42584B2370D7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56" creationId="{CA0A6FF6-CF05-A0B2-81B8-1EE76317E6A6}"/>
          </ac:spMkLst>
        </pc:spChg>
        <pc:spChg chg="mod">
          <ac:chgData name="H. Shine" userId="fc27ff59f79380b6" providerId="LiveId" clId="{49B3E6E0-4B1E-4AD6-A829-DE648B7A64C9}" dt="2026-10-06T04:13:48.390" v="2010"/>
          <ac:spMkLst>
            <pc:docMk/>
            <pc:sldMk cId="1421474289" sldId="414"/>
            <ac:spMk id="166" creationId="{D09F9422-398D-944C-F088-BCAAC1C48FAB}"/>
          </ac:spMkLst>
        </pc:spChg>
        <pc:spChg chg="add mod">
          <ac:chgData name="H. Shine" userId="fc27ff59f79380b6" providerId="LiveId" clId="{49B3E6E0-4B1E-4AD6-A829-DE648B7A64C9}" dt="2026-10-06T06:41:57.974" v="2672" actId="164"/>
          <ac:spMkLst>
            <pc:docMk/>
            <pc:sldMk cId="1421474289" sldId="414"/>
            <ac:spMk id="169" creationId="{37B8BB36-7143-38D9-FF12-B785F41BDE5A}"/>
          </ac:spMkLst>
        </pc:spChg>
        <pc:spChg chg="add mod">
          <ac:chgData name="H. Shine" userId="fc27ff59f79380b6" providerId="LiveId" clId="{49B3E6E0-4B1E-4AD6-A829-DE648B7A64C9}" dt="2026-10-06T07:32:27.567" v="2962" actId="1035"/>
          <ac:spMkLst>
            <pc:docMk/>
            <pc:sldMk cId="1421474289" sldId="414"/>
            <ac:spMk id="171" creationId="{3CE8F994-41DD-79D1-0B34-ED8B488CBD8D}"/>
          </ac:spMkLst>
        </pc:spChg>
        <pc:spChg chg="add mod">
          <ac:chgData name="H. Shine" userId="fc27ff59f79380b6" providerId="LiveId" clId="{49B3E6E0-4B1E-4AD6-A829-DE648B7A64C9}" dt="2026-10-06T06:42:01.284" v="2684" actId="1036"/>
          <ac:spMkLst>
            <pc:docMk/>
            <pc:sldMk cId="1421474289" sldId="414"/>
            <ac:spMk id="175" creationId="{BD7F75E9-88A4-C09F-16D6-8982544FA2F5}"/>
          </ac:spMkLst>
        </pc:spChg>
        <pc:spChg chg="add mod">
          <ac:chgData name="H. Shine" userId="fc27ff59f79380b6" providerId="LiveId" clId="{49B3E6E0-4B1E-4AD6-A829-DE648B7A64C9}" dt="2026-10-06T06:36:46.413" v="2508" actId="164"/>
          <ac:spMkLst>
            <pc:docMk/>
            <pc:sldMk cId="1421474289" sldId="414"/>
            <ac:spMk id="177" creationId="{1E7E20C9-DB1F-ED55-0C69-DFC50454E90E}"/>
          </ac:spMkLst>
        </pc:spChg>
        <pc:spChg chg="add mod">
          <ac:chgData name="H. Shine" userId="fc27ff59f79380b6" providerId="LiveId" clId="{49B3E6E0-4B1E-4AD6-A829-DE648B7A64C9}" dt="2026-10-06T06:36:46.413" v="2508" actId="164"/>
          <ac:spMkLst>
            <pc:docMk/>
            <pc:sldMk cId="1421474289" sldId="414"/>
            <ac:spMk id="179" creationId="{E0B3B252-E86A-2E72-D5F8-B59D0CA566C4}"/>
          </ac:spMkLst>
        </pc:spChg>
        <pc:spChg chg="add mod">
          <ac:chgData name="H. Shine" userId="fc27ff59f79380b6" providerId="LiveId" clId="{49B3E6E0-4B1E-4AD6-A829-DE648B7A64C9}" dt="2026-10-06T06:42:35.282" v="2694" actId="14100"/>
          <ac:spMkLst>
            <pc:docMk/>
            <pc:sldMk cId="1421474289" sldId="414"/>
            <ac:spMk id="181" creationId="{FA73C12B-7C7A-F2D4-9A48-57F44CF4AE79}"/>
          </ac:spMkLst>
        </pc:spChg>
        <pc:spChg chg="add mod ord">
          <ac:chgData name="H. Shine" userId="fc27ff59f79380b6" providerId="LiveId" clId="{49B3E6E0-4B1E-4AD6-A829-DE648B7A64C9}" dt="2026-10-06T07:07:39.719" v="2765" actId="20577"/>
          <ac:spMkLst>
            <pc:docMk/>
            <pc:sldMk cId="1421474289" sldId="414"/>
            <ac:spMk id="183" creationId="{ECF245C0-D602-A639-6ECE-85C419C5E987}"/>
          </ac:spMkLst>
        </pc:spChg>
        <pc:spChg chg="mod">
          <ac:chgData name="H. Shine" userId="fc27ff59f79380b6" providerId="LiveId" clId="{49B3E6E0-4B1E-4AD6-A829-DE648B7A64C9}" dt="2026-10-06T06:38:40.243" v="2532" actId="14100"/>
          <ac:spMkLst>
            <pc:docMk/>
            <pc:sldMk cId="1421474289" sldId="414"/>
            <ac:spMk id="186" creationId="{73FBB86F-DAA7-007E-DE5B-434162DDAD1B}"/>
          </ac:spMkLst>
        </pc:spChg>
        <pc:spChg chg="mod">
          <ac:chgData name="H. Shine" userId="fc27ff59f79380b6" providerId="LiveId" clId="{49B3E6E0-4B1E-4AD6-A829-DE648B7A64C9}" dt="2026-10-06T06:35:27.993" v="2492"/>
          <ac:spMkLst>
            <pc:docMk/>
            <pc:sldMk cId="1421474289" sldId="414"/>
            <ac:spMk id="187" creationId="{2FD4DE7A-FCA3-F0DA-39E8-1BE97698719A}"/>
          </ac:spMkLst>
        </pc:spChg>
        <pc:spChg chg="mod">
          <ac:chgData name="H. Shine" userId="fc27ff59f79380b6" providerId="LiveId" clId="{49B3E6E0-4B1E-4AD6-A829-DE648B7A64C9}" dt="2026-10-06T06:39:00.816" v="2563" actId="1035"/>
          <ac:spMkLst>
            <pc:docMk/>
            <pc:sldMk cId="1421474289" sldId="414"/>
            <ac:spMk id="188" creationId="{B3C735C4-39ED-2D9E-1BDF-10FC35322E72}"/>
          </ac:spMkLst>
        </pc:spChg>
        <pc:spChg chg="mod">
          <ac:chgData name="H. Shine" userId="fc27ff59f79380b6" providerId="LiveId" clId="{49B3E6E0-4B1E-4AD6-A829-DE648B7A64C9}" dt="2026-10-06T06:38:43.787" v="2534" actId="14100"/>
          <ac:spMkLst>
            <pc:docMk/>
            <pc:sldMk cId="1421474289" sldId="414"/>
            <ac:spMk id="190" creationId="{618B393C-E3B4-B308-B3ED-05EF55DA832C}"/>
          </ac:spMkLst>
        </pc:spChg>
        <pc:spChg chg="mod">
          <ac:chgData name="H. Shine" userId="fc27ff59f79380b6" providerId="LiveId" clId="{49B3E6E0-4B1E-4AD6-A829-DE648B7A64C9}" dt="2026-10-06T06:35:35.551" v="2494"/>
          <ac:spMkLst>
            <pc:docMk/>
            <pc:sldMk cId="1421474289" sldId="414"/>
            <ac:spMk id="191" creationId="{DBC65C84-4D93-181B-78FC-50C982EEB22E}"/>
          </ac:spMkLst>
        </pc:spChg>
        <pc:spChg chg="mod">
          <ac:chgData name="H. Shine" userId="fc27ff59f79380b6" providerId="LiveId" clId="{49B3E6E0-4B1E-4AD6-A829-DE648B7A64C9}" dt="2026-10-06T06:39:04.742" v="2566" actId="20577"/>
          <ac:spMkLst>
            <pc:docMk/>
            <pc:sldMk cId="1421474289" sldId="414"/>
            <ac:spMk id="192" creationId="{31772C77-A4FB-CE04-13B3-CB9260B010A2}"/>
          </ac:spMkLst>
        </pc:spChg>
        <pc:spChg chg="del mod">
          <ac:chgData name="H. Shine" userId="fc27ff59f79380b6" providerId="LiveId" clId="{49B3E6E0-4B1E-4AD6-A829-DE648B7A64C9}" dt="2026-10-06T06:39:04.067" v="2565" actId="478"/>
          <ac:spMkLst>
            <pc:docMk/>
            <pc:sldMk cId="1421474289" sldId="414"/>
            <ac:spMk id="194" creationId="{34B6B35A-E00B-D151-58FF-863EB57E7963}"/>
          </ac:spMkLst>
        </pc:spChg>
        <pc:spChg chg="mod">
          <ac:chgData name="H. Shine" userId="fc27ff59f79380b6" providerId="LiveId" clId="{49B3E6E0-4B1E-4AD6-A829-DE648B7A64C9}" dt="2026-10-06T06:35:38.071" v="2496"/>
          <ac:spMkLst>
            <pc:docMk/>
            <pc:sldMk cId="1421474289" sldId="414"/>
            <ac:spMk id="195" creationId="{DB42A029-DCBA-3440-C740-9997E662F402}"/>
          </ac:spMkLst>
        </pc:spChg>
        <pc:spChg chg="mod">
          <ac:chgData name="H. Shine" userId="fc27ff59f79380b6" providerId="LiveId" clId="{49B3E6E0-4B1E-4AD6-A829-DE648B7A64C9}" dt="2026-10-06T06:36:34.375" v="2505" actId="20577"/>
          <ac:spMkLst>
            <pc:docMk/>
            <pc:sldMk cId="1421474289" sldId="414"/>
            <ac:spMk id="196" creationId="{561AC21A-ECE9-FAC8-19E7-372B7A5F1F41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199" creationId="{6C412169-13CA-88F7-B87F-499A6F437037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00" creationId="{49E1902E-5B96-3327-9D48-8343E602F1DF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01" creationId="{F7022A7F-B916-4F67-C56F-546CDE575BCB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04" creationId="{B4DE1F1C-DF60-0877-F8A4-7C346394C029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05" creationId="{8AC696B3-8D8C-7EE7-8904-BF993D9D9E17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08" creationId="{79972347-2D03-E4E0-8C25-BE2D9FCEA39F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09" creationId="{51E9702A-AC7F-EEA1-3ACB-3BA1FE99CA5B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11" creationId="{B0173444-3A03-3425-D7FF-698DDFA41459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12" creationId="{AA4FA09C-BFB4-125B-9287-FC9F7AD32D8D}"/>
          </ac:spMkLst>
        </pc:spChg>
        <pc:spChg chg="mod">
          <ac:chgData name="H. Shine" userId="fc27ff59f79380b6" providerId="LiveId" clId="{49B3E6E0-4B1E-4AD6-A829-DE648B7A64C9}" dt="2026-10-06T06:37:18.314" v="2512"/>
          <ac:spMkLst>
            <pc:docMk/>
            <pc:sldMk cId="1421474289" sldId="414"/>
            <ac:spMk id="213" creationId="{4F1EEB36-3004-7976-0985-5A21CD1654E0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16" creationId="{B4166E15-06AF-9B2A-6CF3-48BD379FDBBE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17" creationId="{0C34FC06-72BE-957A-3F35-074F9E783D13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18" creationId="{BDA2FC8E-2707-DA39-E5AC-B108C1F391FA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20" creationId="{F6F45727-3F08-2CD1-B0FA-78722B53B7D6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22" creationId="{11D9C27D-5B34-9316-A2EB-F5A3EECFF202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24" creationId="{D7367468-990A-EDF0-5730-39FCD37887C6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26" creationId="{1B7C37C1-51DD-113D-DB4F-9030B0AC3C29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28" creationId="{C1486A87-4460-4CD9-922C-AB41418B916E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29" creationId="{94B770D7-67E3-CF3F-B13E-9BA73E18F32A}"/>
          </ac:spMkLst>
        </pc:spChg>
        <pc:spChg chg="mod">
          <ac:chgData name="H. Shine" userId="fc27ff59f79380b6" providerId="LiveId" clId="{49B3E6E0-4B1E-4AD6-A829-DE648B7A64C9}" dt="2026-10-06T06:37:21.583" v="2515"/>
          <ac:spMkLst>
            <pc:docMk/>
            <pc:sldMk cId="1421474289" sldId="414"/>
            <ac:spMk id="230" creationId="{3F4A04FE-4431-7819-DE82-5DA73565E4EF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34" creationId="{0D3D924C-8A81-A704-A137-98B3550C398D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36" creationId="{CAE3BB7A-9E8D-1C45-AEB4-921675A6A147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41" creationId="{E72A960D-A81E-E9FB-3B1E-D884BBF7D569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45" creationId="{CBEA93D8-B8B8-B1F7-0B99-EE3AB359CB11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46" creationId="{3E708052-43F9-87F2-27F6-18F91223FD29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49" creationId="{8AD6301C-A130-642E-40CE-D0A9D3F1B865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50" creationId="{BCF48D63-7308-C05D-20C0-48FE1C7BF36B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56" creationId="{88A096E3-7F6D-AB66-0F19-E2268DD41ADD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60" creationId="{725DC6DE-A1FE-313F-D3F1-45A1B3890A69}"/>
          </ac:spMkLst>
        </pc:spChg>
        <pc:spChg chg="mod">
          <ac:chgData name="H. Shine" userId="fc27ff59f79380b6" providerId="LiveId" clId="{49B3E6E0-4B1E-4AD6-A829-DE648B7A64C9}" dt="2026-10-06T06:37:46.923" v="2517"/>
          <ac:spMkLst>
            <pc:docMk/>
            <pc:sldMk cId="1421474289" sldId="414"/>
            <ac:spMk id="261" creationId="{3DE5AFC1-AC02-F072-977A-DA3988554468}"/>
          </ac:spMkLst>
        </pc:spChg>
        <pc:spChg chg="mod">
          <ac:chgData name="H. Shine" userId="fc27ff59f79380b6" providerId="LiveId" clId="{49B3E6E0-4B1E-4AD6-A829-DE648B7A64C9}" dt="2026-10-06T06:42:37.437" v="2695" actId="14100"/>
          <ac:spMkLst>
            <pc:docMk/>
            <pc:sldMk cId="1421474289" sldId="414"/>
            <ac:spMk id="264" creationId="{9E41800C-5887-DAAB-8516-2F001139F301}"/>
          </ac:spMkLst>
        </pc:spChg>
        <pc:spChg chg="mod">
          <ac:chgData name="H. Shine" userId="fc27ff59f79380b6" providerId="LiveId" clId="{49B3E6E0-4B1E-4AD6-A829-DE648B7A64C9}" dt="2026-10-06T06:39:26.422" v="2595"/>
          <ac:spMkLst>
            <pc:docMk/>
            <pc:sldMk cId="1421474289" sldId="414"/>
            <ac:spMk id="265" creationId="{596F6CC9-22CB-AFB2-342C-137874D5BE5E}"/>
          </ac:spMkLst>
        </pc:spChg>
        <pc:spChg chg="mod">
          <ac:chgData name="H. Shine" userId="fc27ff59f79380b6" providerId="LiveId" clId="{49B3E6E0-4B1E-4AD6-A829-DE648B7A64C9}" dt="2026-10-06T06:39:26.422" v="2595"/>
          <ac:spMkLst>
            <pc:docMk/>
            <pc:sldMk cId="1421474289" sldId="414"/>
            <ac:spMk id="266" creationId="{584D0E8D-ECBB-8409-A74D-E0C27EE80109}"/>
          </ac:spMkLst>
        </pc:spChg>
        <pc:spChg chg="mod">
          <ac:chgData name="H. Shine" userId="fc27ff59f79380b6" providerId="LiveId" clId="{49B3E6E0-4B1E-4AD6-A829-DE648B7A64C9}" dt="2026-10-06T06:42:39.290" v="2696" actId="14100"/>
          <ac:spMkLst>
            <pc:docMk/>
            <pc:sldMk cId="1421474289" sldId="414"/>
            <ac:spMk id="268" creationId="{94795D59-91AF-846A-1F3F-5E4CF6BB192B}"/>
          </ac:spMkLst>
        </pc:spChg>
        <pc:spChg chg="mod">
          <ac:chgData name="H. Shine" userId="fc27ff59f79380b6" providerId="LiveId" clId="{49B3E6E0-4B1E-4AD6-A829-DE648B7A64C9}" dt="2026-10-06T06:39:29.730" v="2597"/>
          <ac:spMkLst>
            <pc:docMk/>
            <pc:sldMk cId="1421474289" sldId="414"/>
            <ac:spMk id="269" creationId="{9C8EBF29-3D04-71E7-73A2-7022DE23688F}"/>
          </ac:spMkLst>
        </pc:spChg>
        <pc:spChg chg="mod">
          <ac:chgData name="H. Shine" userId="fc27ff59f79380b6" providerId="LiveId" clId="{49B3E6E0-4B1E-4AD6-A829-DE648B7A64C9}" dt="2026-10-06T06:39:29.730" v="2597"/>
          <ac:spMkLst>
            <pc:docMk/>
            <pc:sldMk cId="1421474289" sldId="414"/>
            <ac:spMk id="270" creationId="{52BEFE52-87C0-2125-FD36-3AD88A609364}"/>
          </ac:spMkLst>
        </pc:spChg>
        <pc:spChg chg="mod">
          <ac:chgData name="H. Shine" userId="fc27ff59f79380b6" providerId="LiveId" clId="{49B3E6E0-4B1E-4AD6-A829-DE648B7A64C9}" dt="2026-10-06T06:39:32.117" v="2599"/>
          <ac:spMkLst>
            <pc:docMk/>
            <pc:sldMk cId="1421474289" sldId="414"/>
            <ac:spMk id="272" creationId="{50CEEDF6-BE14-53B0-9E7E-A4F41E8623F7}"/>
          </ac:spMkLst>
        </pc:spChg>
        <pc:spChg chg="mod">
          <ac:chgData name="H. Shine" userId="fc27ff59f79380b6" providerId="LiveId" clId="{49B3E6E0-4B1E-4AD6-A829-DE648B7A64C9}" dt="2026-10-06T06:39:32.117" v="2599"/>
          <ac:spMkLst>
            <pc:docMk/>
            <pc:sldMk cId="1421474289" sldId="414"/>
            <ac:spMk id="273" creationId="{F16346B6-2FFA-CDA6-AB4B-9EDDF1477DB4}"/>
          </ac:spMkLst>
        </pc:spChg>
        <pc:spChg chg="mod">
          <ac:chgData name="H. Shine" userId="fc27ff59f79380b6" providerId="LiveId" clId="{49B3E6E0-4B1E-4AD6-A829-DE648B7A64C9}" dt="2026-10-06T06:39:32.117" v="2599"/>
          <ac:spMkLst>
            <pc:docMk/>
            <pc:sldMk cId="1421474289" sldId="414"/>
            <ac:spMk id="274" creationId="{1CFD7610-63C4-3463-781B-DFEC57652796}"/>
          </ac:spMkLst>
        </pc:spChg>
        <pc:spChg chg="mod">
          <ac:chgData name="H. Shine" userId="fc27ff59f79380b6" providerId="LiveId" clId="{49B3E6E0-4B1E-4AD6-A829-DE648B7A64C9}" dt="2026-10-06T06:39:33.887" v="2601"/>
          <ac:spMkLst>
            <pc:docMk/>
            <pc:sldMk cId="1421474289" sldId="414"/>
            <ac:spMk id="276" creationId="{AA265C80-BA42-2BAF-3518-9CCFD27F913F}"/>
          </ac:spMkLst>
        </pc:spChg>
        <pc:spChg chg="mod">
          <ac:chgData name="H. Shine" userId="fc27ff59f79380b6" providerId="LiveId" clId="{49B3E6E0-4B1E-4AD6-A829-DE648B7A64C9}" dt="2026-10-06T06:39:33.887" v="2601"/>
          <ac:spMkLst>
            <pc:docMk/>
            <pc:sldMk cId="1421474289" sldId="414"/>
            <ac:spMk id="277" creationId="{B106300E-3E52-F480-CE8D-A5338D7F0186}"/>
          </ac:spMkLst>
        </pc:spChg>
        <pc:spChg chg="mod">
          <ac:chgData name="H. Shine" userId="fc27ff59f79380b6" providerId="LiveId" clId="{49B3E6E0-4B1E-4AD6-A829-DE648B7A64C9}" dt="2026-10-06T06:42:42.457" v="2699" actId="20577"/>
          <ac:spMkLst>
            <pc:docMk/>
            <pc:sldMk cId="1421474289" sldId="414"/>
            <ac:spMk id="278" creationId="{86553E8B-FCA8-C53D-B812-D7B58B049ECC}"/>
          </ac:spMkLst>
        </pc:spChg>
        <pc:spChg chg="mod">
          <ac:chgData name="H. Shine" userId="fc27ff59f79380b6" providerId="LiveId" clId="{49B3E6E0-4B1E-4AD6-A829-DE648B7A64C9}" dt="2026-10-06T06:40:20.641" v="2625" actId="14100"/>
          <ac:spMkLst>
            <pc:docMk/>
            <pc:sldMk cId="1421474289" sldId="414"/>
            <ac:spMk id="280" creationId="{4EB0DF7F-B367-172D-E3AD-1F25E42C3FF0}"/>
          </ac:spMkLst>
        </pc:spChg>
        <pc:spChg chg="mod">
          <ac:chgData name="H. Shine" userId="fc27ff59f79380b6" providerId="LiveId" clId="{49B3E6E0-4B1E-4AD6-A829-DE648B7A64C9}" dt="2026-10-06T07:33:53.381" v="3045" actId="113"/>
          <ac:spMkLst>
            <pc:docMk/>
            <pc:sldMk cId="1421474289" sldId="414"/>
            <ac:spMk id="281" creationId="{4924A907-CD25-20DC-4235-2984624A691A}"/>
          </ac:spMkLst>
        </pc:spChg>
        <pc:spChg chg="mod">
          <ac:chgData name="H. Shine" userId="fc27ff59f79380b6" providerId="LiveId" clId="{49B3E6E0-4B1E-4AD6-A829-DE648B7A64C9}" dt="2026-10-06T06:43:09.044" v="2716"/>
          <ac:spMkLst>
            <pc:docMk/>
            <pc:sldMk cId="1421474289" sldId="414"/>
            <ac:spMk id="286" creationId="{8712E965-CB71-6333-FAFB-383A18C6E163}"/>
          </ac:spMkLst>
        </pc:spChg>
        <pc:spChg chg="mod">
          <ac:chgData name="H. Shine" userId="fc27ff59f79380b6" providerId="LiveId" clId="{49B3E6E0-4B1E-4AD6-A829-DE648B7A64C9}" dt="2026-10-06T06:43:09.044" v="2716"/>
          <ac:spMkLst>
            <pc:docMk/>
            <pc:sldMk cId="1421474289" sldId="414"/>
            <ac:spMk id="287" creationId="{ED1A6DB0-E19D-86C4-F802-4CC196B1AEA2}"/>
          </ac:spMkLst>
        </pc:spChg>
        <pc:spChg chg="mod">
          <ac:chgData name="H. Shine" userId="fc27ff59f79380b6" providerId="LiveId" clId="{49B3E6E0-4B1E-4AD6-A829-DE648B7A64C9}" dt="2026-10-06T07:07:35.107" v="2762" actId="20577"/>
          <ac:spMkLst>
            <pc:docMk/>
            <pc:sldMk cId="1421474289" sldId="414"/>
            <ac:spMk id="288" creationId="{3C5531CF-2282-74BE-B567-F750C358FDFF}"/>
          </ac:spMkLst>
        </pc:spChg>
        <pc:spChg chg="mod">
          <ac:chgData name="H. Shine" userId="fc27ff59f79380b6" providerId="LiveId" clId="{49B3E6E0-4B1E-4AD6-A829-DE648B7A64C9}" dt="2026-10-06T06:43:11.182" v="2718"/>
          <ac:spMkLst>
            <pc:docMk/>
            <pc:sldMk cId="1421474289" sldId="414"/>
            <ac:spMk id="290" creationId="{F9F2CDED-2D0D-CA51-B569-8C1142C0A7E7}"/>
          </ac:spMkLst>
        </pc:spChg>
        <pc:spChg chg="mod">
          <ac:chgData name="H. Shine" userId="fc27ff59f79380b6" providerId="LiveId" clId="{49B3E6E0-4B1E-4AD6-A829-DE648B7A64C9}" dt="2026-10-06T06:43:11.182" v="2718"/>
          <ac:spMkLst>
            <pc:docMk/>
            <pc:sldMk cId="1421474289" sldId="414"/>
            <ac:spMk id="291" creationId="{2D1FCE88-8AE6-5534-C45B-1DA5D99C2447}"/>
          </ac:spMkLst>
        </pc:spChg>
        <pc:spChg chg="mod">
          <ac:chgData name="H. Shine" userId="fc27ff59f79380b6" providerId="LiveId" clId="{49B3E6E0-4B1E-4AD6-A829-DE648B7A64C9}" dt="2026-10-06T06:44:09.030" v="2735" actId="20577"/>
          <ac:spMkLst>
            <pc:docMk/>
            <pc:sldMk cId="1421474289" sldId="414"/>
            <ac:spMk id="292" creationId="{9EAB2296-1816-EE5D-CE4B-859D0E71066A}"/>
          </ac:spMkLst>
        </pc:spChg>
        <pc:spChg chg="mod">
          <ac:chgData name="H. Shine" userId="fc27ff59f79380b6" providerId="LiveId" clId="{49B3E6E0-4B1E-4AD6-A829-DE648B7A64C9}" dt="2026-10-06T06:43:15.946" v="2722"/>
          <ac:spMkLst>
            <pc:docMk/>
            <pc:sldMk cId="1421474289" sldId="414"/>
            <ac:spMk id="295" creationId="{08F4FEA1-6E0D-448E-7147-3F494EA054B5}"/>
          </ac:spMkLst>
        </pc:spChg>
        <pc:spChg chg="mod">
          <ac:chgData name="H. Shine" userId="fc27ff59f79380b6" providerId="LiveId" clId="{49B3E6E0-4B1E-4AD6-A829-DE648B7A64C9}" dt="2026-10-06T06:43:15.946" v="2722"/>
          <ac:spMkLst>
            <pc:docMk/>
            <pc:sldMk cId="1421474289" sldId="414"/>
            <ac:spMk id="296" creationId="{B20DE713-BF69-48ED-DCC2-B37743C9D06D}"/>
          </ac:spMkLst>
        </pc:spChg>
        <pc:spChg chg="mod">
          <ac:chgData name="H. Shine" userId="fc27ff59f79380b6" providerId="LiveId" clId="{49B3E6E0-4B1E-4AD6-A829-DE648B7A64C9}" dt="2026-10-06T07:07:36.206" v="2763" actId="20577"/>
          <ac:spMkLst>
            <pc:docMk/>
            <pc:sldMk cId="1421474289" sldId="414"/>
            <ac:spMk id="297" creationId="{EDC56B57-8778-54A1-C9DB-C20D32B56BB3}"/>
          </ac:spMkLst>
        </pc:spChg>
        <pc:spChg chg="mod">
          <ac:chgData name="H. Shine" userId="fc27ff59f79380b6" providerId="LiveId" clId="{49B3E6E0-4B1E-4AD6-A829-DE648B7A64C9}" dt="2026-10-06T06:43:18.762" v="2724"/>
          <ac:spMkLst>
            <pc:docMk/>
            <pc:sldMk cId="1421474289" sldId="414"/>
            <ac:spMk id="299" creationId="{EECB4307-B08C-0779-6B6A-1FE75149146D}"/>
          </ac:spMkLst>
        </pc:spChg>
        <pc:spChg chg="mod">
          <ac:chgData name="H. Shine" userId="fc27ff59f79380b6" providerId="LiveId" clId="{49B3E6E0-4B1E-4AD6-A829-DE648B7A64C9}" dt="2026-10-06T06:43:18.762" v="2724"/>
          <ac:spMkLst>
            <pc:docMk/>
            <pc:sldMk cId="1421474289" sldId="414"/>
            <ac:spMk id="300" creationId="{082EB91C-AA1D-9488-47F1-8D24916AAB0E}"/>
          </ac:spMkLst>
        </pc:spChg>
        <pc:spChg chg="mod">
          <ac:chgData name="H. Shine" userId="fc27ff59f79380b6" providerId="LiveId" clId="{49B3E6E0-4B1E-4AD6-A829-DE648B7A64C9}" dt="2026-10-06T07:07:37.346" v="2764" actId="20577"/>
          <ac:spMkLst>
            <pc:docMk/>
            <pc:sldMk cId="1421474289" sldId="414"/>
            <ac:spMk id="301" creationId="{274206D6-D6F5-57F5-48CF-CEF99F41081B}"/>
          </ac:spMkLst>
        </pc:spChg>
        <pc:spChg chg="mod">
          <ac:chgData name="H. Shine" userId="fc27ff59f79380b6" providerId="LiveId" clId="{49B3E6E0-4B1E-4AD6-A829-DE648B7A64C9}" dt="2026-10-06T06:43:21.184" v="2726"/>
          <ac:spMkLst>
            <pc:docMk/>
            <pc:sldMk cId="1421474289" sldId="414"/>
            <ac:spMk id="303" creationId="{C88B9426-F22E-65A1-B3E0-4F32C5864D31}"/>
          </ac:spMkLst>
        </pc:spChg>
        <pc:spChg chg="mod">
          <ac:chgData name="H. Shine" userId="fc27ff59f79380b6" providerId="LiveId" clId="{49B3E6E0-4B1E-4AD6-A829-DE648B7A64C9}" dt="2026-10-06T06:43:21.184" v="2726"/>
          <ac:spMkLst>
            <pc:docMk/>
            <pc:sldMk cId="1421474289" sldId="414"/>
            <ac:spMk id="304" creationId="{7D7D9C7D-3C85-946C-D60F-1417EB3B18CF}"/>
          </ac:spMkLst>
        </pc:spChg>
        <pc:spChg chg="mod">
          <ac:chgData name="H. Shine" userId="fc27ff59f79380b6" providerId="LiveId" clId="{49B3E6E0-4B1E-4AD6-A829-DE648B7A64C9}" dt="2026-10-06T06:44:09.925" v="2736" actId="20577"/>
          <ac:spMkLst>
            <pc:docMk/>
            <pc:sldMk cId="1421474289" sldId="414"/>
            <ac:spMk id="305" creationId="{69606C95-288B-5505-C063-28FF601B5CAA}"/>
          </ac:spMkLst>
        </pc:spChg>
        <pc:spChg chg="mod">
          <ac:chgData name="H. Shine" userId="fc27ff59f79380b6" providerId="LiveId" clId="{49B3E6E0-4B1E-4AD6-A829-DE648B7A64C9}" dt="2026-10-06T06:43:25.881" v="2730"/>
          <ac:spMkLst>
            <pc:docMk/>
            <pc:sldMk cId="1421474289" sldId="414"/>
            <ac:spMk id="308" creationId="{621E695A-ACA7-EC94-4CC9-A489A3B52C2F}"/>
          </ac:spMkLst>
        </pc:spChg>
        <pc:spChg chg="mod">
          <ac:chgData name="H. Shine" userId="fc27ff59f79380b6" providerId="LiveId" clId="{49B3E6E0-4B1E-4AD6-A829-DE648B7A64C9}" dt="2026-10-06T06:43:25.881" v="2730"/>
          <ac:spMkLst>
            <pc:docMk/>
            <pc:sldMk cId="1421474289" sldId="414"/>
            <ac:spMk id="309" creationId="{DF7374DC-93E5-2041-B6BB-99772F0279B1}"/>
          </ac:spMkLst>
        </pc:spChg>
        <pc:spChg chg="mod">
          <ac:chgData name="H. Shine" userId="fc27ff59f79380b6" providerId="LiveId" clId="{49B3E6E0-4B1E-4AD6-A829-DE648B7A64C9}" dt="2026-10-06T06:44:10.877" v="2737" actId="20577"/>
          <ac:spMkLst>
            <pc:docMk/>
            <pc:sldMk cId="1421474289" sldId="414"/>
            <ac:spMk id="310" creationId="{C9D8DC30-B0BB-39F2-219A-23D36DA01082}"/>
          </ac:spMkLst>
        </pc:spChg>
        <pc:spChg chg="mod">
          <ac:chgData name="H. Shine" userId="fc27ff59f79380b6" providerId="LiveId" clId="{49B3E6E0-4B1E-4AD6-A829-DE648B7A64C9}" dt="2026-10-06T07:06:32.930" v="2741"/>
          <ac:spMkLst>
            <pc:docMk/>
            <pc:sldMk cId="1421474289" sldId="414"/>
            <ac:spMk id="312" creationId="{30319499-1C1C-B8EE-56EC-C5ABAA17494D}"/>
          </ac:spMkLst>
        </pc:spChg>
        <pc:spChg chg="mod">
          <ac:chgData name="H. Shine" userId="fc27ff59f79380b6" providerId="LiveId" clId="{49B3E6E0-4B1E-4AD6-A829-DE648B7A64C9}" dt="2026-10-06T07:06:32.930" v="2741"/>
          <ac:spMkLst>
            <pc:docMk/>
            <pc:sldMk cId="1421474289" sldId="414"/>
            <ac:spMk id="313" creationId="{2B1CF627-A315-E265-671F-44B3242CAF3D}"/>
          </ac:spMkLst>
        </pc:spChg>
        <pc:spChg chg="mod">
          <ac:chgData name="H. Shine" userId="fc27ff59f79380b6" providerId="LiveId" clId="{49B3E6E0-4B1E-4AD6-A829-DE648B7A64C9}" dt="2026-10-06T07:07:46.879" v="2768" actId="20577"/>
          <ac:spMkLst>
            <pc:docMk/>
            <pc:sldMk cId="1421474289" sldId="414"/>
            <ac:spMk id="314" creationId="{E2D99FDC-3D53-5FCB-CC91-9711612CA032}"/>
          </ac:spMkLst>
        </pc:spChg>
        <pc:spChg chg="mod">
          <ac:chgData name="H. Shine" userId="fc27ff59f79380b6" providerId="LiveId" clId="{49B3E6E0-4B1E-4AD6-A829-DE648B7A64C9}" dt="2026-10-06T07:06:32.930" v="2741"/>
          <ac:spMkLst>
            <pc:docMk/>
            <pc:sldMk cId="1421474289" sldId="414"/>
            <ac:spMk id="316" creationId="{3082351A-9E29-AA83-CAAE-C4C4C7767CDE}"/>
          </ac:spMkLst>
        </pc:spChg>
        <pc:spChg chg="mod">
          <ac:chgData name="H. Shine" userId="fc27ff59f79380b6" providerId="LiveId" clId="{49B3E6E0-4B1E-4AD6-A829-DE648B7A64C9}" dt="2026-10-06T07:06:32.930" v="2741"/>
          <ac:spMkLst>
            <pc:docMk/>
            <pc:sldMk cId="1421474289" sldId="414"/>
            <ac:spMk id="317" creationId="{2B04091B-7DEA-C8B4-6E07-71CE1643866F}"/>
          </ac:spMkLst>
        </pc:spChg>
        <pc:spChg chg="mod">
          <ac:chgData name="H. Shine" userId="fc27ff59f79380b6" providerId="LiveId" clId="{49B3E6E0-4B1E-4AD6-A829-DE648B7A64C9}" dt="2026-10-06T07:07:50.387" v="2770" actId="20577"/>
          <ac:spMkLst>
            <pc:docMk/>
            <pc:sldMk cId="1421474289" sldId="414"/>
            <ac:spMk id="318" creationId="{BCE32631-C23D-3F7F-F067-9A4F255DEF9B}"/>
          </ac:spMkLst>
        </pc:spChg>
        <pc:spChg chg="mod">
          <ac:chgData name="H. Shine" userId="fc27ff59f79380b6" providerId="LiveId" clId="{49B3E6E0-4B1E-4AD6-A829-DE648B7A64C9}" dt="2026-10-06T07:06:32.930" v="2741"/>
          <ac:spMkLst>
            <pc:docMk/>
            <pc:sldMk cId="1421474289" sldId="414"/>
            <ac:spMk id="320" creationId="{0BC2B3F5-8C86-A789-083E-D9D577ABF858}"/>
          </ac:spMkLst>
        </pc:spChg>
        <pc:spChg chg="mod">
          <ac:chgData name="H. Shine" userId="fc27ff59f79380b6" providerId="LiveId" clId="{49B3E6E0-4B1E-4AD6-A829-DE648B7A64C9}" dt="2026-10-06T07:06:32.930" v="2741"/>
          <ac:spMkLst>
            <pc:docMk/>
            <pc:sldMk cId="1421474289" sldId="414"/>
            <ac:spMk id="321" creationId="{39275EEE-7AF0-E013-D9C8-3DCEF82820E8}"/>
          </ac:spMkLst>
        </pc:spChg>
        <pc:spChg chg="mod">
          <ac:chgData name="H. Shine" userId="fc27ff59f79380b6" providerId="LiveId" clId="{49B3E6E0-4B1E-4AD6-A829-DE648B7A64C9}" dt="2026-10-06T07:07:52.215" v="2772" actId="20577"/>
          <ac:spMkLst>
            <pc:docMk/>
            <pc:sldMk cId="1421474289" sldId="414"/>
            <ac:spMk id="322" creationId="{52A38B33-0BEC-E657-EAB8-DBEA6338C899}"/>
          </ac:spMkLst>
        </pc:spChg>
        <pc:spChg chg="mod">
          <ac:chgData name="H. Shine" userId="fc27ff59f79380b6" providerId="LiveId" clId="{49B3E6E0-4B1E-4AD6-A829-DE648B7A64C9}" dt="2026-10-06T07:06:34.529" v="2743"/>
          <ac:spMkLst>
            <pc:docMk/>
            <pc:sldMk cId="1421474289" sldId="414"/>
            <ac:spMk id="324" creationId="{65C0C093-D72D-BED3-DAC0-A65F0605A866}"/>
          </ac:spMkLst>
        </pc:spChg>
        <pc:spChg chg="mod">
          <ac:chgData name="H. Shine" userId="fc27ff59f79380b6" providerId="LiveId" clId="{49B3E6E0-4B1E-4AD6-A829-DE648B7A64C9}" dt="2026-10-06T07:06:34.529" v="2743"/>
          <ac:spMkLst>
            <pc:docMk/>
            <pc:sldMk cId="1421474289" sldId="414"/>
            <ac:spMk id="325" creationId="{1DC837A9-CC67-7580-A315-63645BC4E131}"/>
          </ac:spMkLst>
        </pc:spChg>
        <pc:spChg chg="mod">
          <ac:chgData name="H. Shine" userId="fc27ff59f79380b6" providerId="LiveId" clId="{49B3E6E0-4B1E-4AD6-A829-DE648B7A64C9}" dt="2026-10-06T07:07:56.970" v="2774" actId="20577"/>
          <ac:spMkLst>
            <pc:docMk/>
            <pc:sldMk cId="1421474289" sldId="414"/>
            <ac:spMk id="326" creationId="{82D0D339-799C-A408-00BB-51886BA8211F}"/>
          </ac:spMkLst>
        </pc:spChg>
        <pc:spChg chg="mod">
          <ac:chgData name="H. Shine" userId="fc27ff59f79380b6" providerId="LiveId" clId="{49B3E6E0-4B1E-4AD6-A829-DE648B7A64C9}" dt="2026-10-06T07:06:34.529" v="2743"/>
          <ac:spMkLst>
            <pc:docMk/>
            <pc:sldMk cId="1421474289" sldId="414"/>
            <ac:spMk id="328" creationId="{C4BF7DAF-6E92-BA84-89A9-51102AEC7C74}"/>
          </ac:spMkLst>
        </pc:spChg>
        <pc:spChg chg="mod">
          <ac:chgData name="H. Shine" userId="fc27ff59f79380b6" providerId="LiveId" clId="{49B3E6E0-4B1E-4AD6-A829-DE648B7A64C9}" dt="2026-10-06T07:06:34.529" v="2743"/>
          <ac:spMkLst>
            <pc:docMk/>
            <pc:sldMk cId="1421474289" sldId="414"/>
            <ac:spMk id="329" creationId="{308BD764-C346-782B-4F28-543C300F3899}"/>
          </ac:spMkLst>
        </pc:spChg>
        <pc:spChg chg="mod">
          <ac:chgData name="H. Shine" userId="fc27ff59f79380b6" providerId="LiveId" clId="{49B3E6E0-4B1E-4AD6-A829-DE648B7A64C9}" dt="2026-10-06T07:07:59.547" v="2776" actId="20577"/>
          <ac:spMkLst>
            <pc:docMk/>
            <pc:sldMk cId="1421474289" sldId="414"/>
            <ac:spMk id="330" creationId="{05F3FDA9-54AC-F1A4-7FE8-E5D2F523E167}"/>
          </ac:spMkLst>
        </pc:spChg>
        <pc:spChg chg="mod">
          <ac:chgData name="H. Shine" userId="fc27ff59f79380b6" providerId="LiveId" clId="{49B3E6E0-4B1E-4AD6-A829-DE648B7A64C9}" dt="2026-10-06T07:06:34.529" v="2743"/>
          <ac:spMkLst>
            <pc:docMk/>
            <pc:sldMk cId="1421474289" sldId="414"/>
            <ac:spMk id="332" creationId="{77FE738F-1DD7-99D5-B591-EFAED36F3123}"/>
          </ac:spMkLst>
        </pc:spChg>
        <pc:spChg chg="mod">
          <ac:chgData name="H. Shine" userId="fc27ff59f79380b6" providerId="LiveId" clId="{49B3E6E0-4B1E-4AD6-A829-DE648B7A64C9}" dt="2026-10-06T07:06:34.529" v="2743"/>
          <ac:spMkLst>
            <pc:docMk/>
            <pc:sldMk cId="1421474289" sldId="414"/>
            <ac:spMk id="333" creationId="{EAB14E7C-4817-D6FD-C42A-CF5AB7FBC1BE}"/>
          </ac:spMkLst>
        </pc:spChg>
        <pc:spChg chg="mod">
          <ac:chgData name="H. Shine" userId="fc27ff59f79380b6" providerId="LiveId" clId="{49B3E6E0-4B1E-4AD6-A829-DE648B7A64C9}" dt="2026-10-06T07:08:01.731" v="2778" actId="20577"/>
          <ac:spMkLst>
            <pc:docMk/>
            <pc:sldMk cId="1421474289" sldId="414"/>
            <ac:spMk id="334" creationId="{A7216375-177B-A1BB-D090-F2EF9D072CC8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36" creationId="{4F3757DA-E3A6-9473-E232-6B4437B47612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37" creationId="{F56A95A6-D038-FFA3-AD75-831F4ABD128A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38" creationId="{D15516FD-C4A6-79CE-AC7C-3D8B5267FA2C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40" creationId="{D88694F8-BF0F-9C7F-B2D8-AEAD54AA210A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41" creationId="{550A87E4-4090-4CFC-CF34-72E48D73722F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42" creationId="{7022503B-6742-1AB7-A7E1-72A67EDA7A4C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44" creationId="{6A6CFDD6-F1E6-D53D-8EEC-E18815D6D5AC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45" creationId="{71D5CB5D-EB60-2B27-7F7A-AEC48D6A8AAA}"/>
          </ac:spMkLst>
        </pc:spChg>
        <pc:spChg chg="mod">
          <ac:chgData name="H. Shine" userId="fc27ff59f79380b6" providerId="LiveId" clId="{49B3E6E0-4B1E-4AD6-A829-DE648B7A64C9}" dt="2026-10-06T07:06:36.456" v="2745"/>
          <ac:spMkLst>
            <pc:docMk/>
            <pc:sldMk cId="1421474289" sldId="414"/>
            <ac:spMk id="346" creationId="{ECE3983F-7A93-BF35-4D94-5DD2EE55E58F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49" creationId="{EA0C6410-2F31-5B5D-6C26-0B47F8D2001F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0" creationId="{7963674A-46C9-3288-BFF0-3776F4A39408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1" creationId="{57554EE9-BAA8-23EF-EA58-E92B28BE194F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3" creationId="{3FA66D1A-3C6C-B9F9-B271-CD964C597D59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4" creationId="{3D2C4A8E-FAE6-B946-D8F0-1FA44CDDE5B9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5" creationId="{5E3E7BDF-A244-C8EC-30CE-FC736A277506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7" creationId="{8917530F-6D42-62FA-8BDE-11D9D7CC7635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8" creationId="{3E35D7BF-351C-A71A-5649-54901D08BC66}"/>
          </ac:spMkLst>
        </pc:spChg>
        <pc:spChg chg="mod">
          <ac:chgData name="H. Shine" userId="fc27ff59f79380b6" providerId="LiveId" clId="{49B3E6E0-4B1E-4AD6-A829-DE648B7A64C9}" dt="2026-10-06T07:06:39.417" v="2748"/>
          <ac:spMkLst>
            <pc:docMk/>
            <pc:sldMk cId="1421474289" sldId="414"/>
            <ac:spMk id="359" creationId="{4F99F1E7-C098-5108-DB51-3A836FC582D5}"/>
          </ac:spMkLst>
        </pc:spChg>
        <pc:spChg chg="mod">
          <ac:chgData name="H. Shine" userId="fc27ff59f79380b6" providerId="LiveId" clId="{49B3E6E0-4B1E-4AD6-A829-DE648B7A64C9}" dt="2026-10-06T07:06:41.933" v="2751"/>
          <ac:spMkLst>
            <pc:docMk/>
            <pc:sldMk cId="1421474289" sldId="414"/>
            <ac:spMk id="362" creationId="{43D6115D-BB97-A622-C068-67F6D22EE2FD}"/>
          </ac:spMkLst>
        </pc:spChg>
        <pc:spChg chg="mod">
          <ac:chgData name="H. Shine" userId="fc27ff59f79380b6" providerId="LiveId" clId="{49B3E6E0-4B1E-4AD6-A829-DE648B7A64C9}" dt="2026-10-06T07:06:41.933" v="2751"/>
          <ac:spMkLst>
            <pc:docMk/>
            <pc:sldMk cId="1421474289" sldId="414"/>
            <ac:spMk id="363" creationId="{806DB44D-DE58-0538-7A30-791746AD18F1}"/>
          </ac:spMkLst>
        </pc:spChg>
        <pc:spChg chg="mod">
          <ac:chgData name="H. Shine" userId="fc27ff59f79380b6" providerId="LiveId" clId="{49B3E6E0-4B1E-4AD6-A829-DE648B7A64C9}" dt="2026-10-06T07:08:08.259" v="2784" actId="20577"/>
          <ac:spMkLst>
            <pc:docMk/>
            <pc:sldMk cId="1421474289" sldId="414"/>
            <ac:spMk id="364" creationId="{3D717889-4F48-2392-F75D-E80C9BD9F2CA}"/>
          </ac:spMkLst>
        </pc:spChg>
        <pc:spChg chg="mod">
          <ac:chgData name="H. Shine" userId="fc27ff59f79380b6" providerId="LiveId" clId="{49B3E6E0-4B1E-4AD6-A829-DE648B7A64C9}" dt="2026-10-06T07:06:41.933" v="2751"/>
          <ac:spMkLst>
            <pc:docMk/>
            <pc:sldMk cId="1421474289" sldId="414"/>
            <ac:spMk id="366" creationId="{C1D315A6-798E-D6D3-E3BC-EE8BC3C43D6B}"/>
          </ac:spMkLst>
        </pc:spChg>
        <pc:spChg chg="mod">
          <ac:chgData name="H. Shine" userId="fc27ff59f79380b6" providerId="LiveId" clId="{49B3E6E0-4B1E-4AD6-A829-DE648B7A64C9}" dt="2026-10-06T07:06:41.933" v="2751"/>
          <ac:spMkLst>
            <pc:docMk/>
            <pc:sldMk cId="1421474289" sldId="414"/>
            <ac:spMk id="367" creationId="{F3AC2F35-F0E7-5CEE-A566-7508D3EECF78}"/>
          </ac:spMkLst>
        </pc:spChg>
        <pc:spChg chg="mod">
          <ac:chgData name="H. Shine" userId="fc27ff59f79380b6" providerId="LiveId" clId="{49B3E6E0-4B1E-4AD6-A829-DE648B7A64C9}" dt="2026-10-06T07:08:05.664" v="2782" actId="20577"/>
          <ac:spMkLst>
            <pc:docMk/>
            <pc:sldMk cId="1421474289" sldId="414"/>
            <ac:spMk id="368" creationId="{258D862F-6F1A-F559-5297-8F0FAC9AE30E}"/>
          </ac:spMkLst>
        </pc:spChg>
        <pc:spChg chg="mod">
          <ac:chgData name="H. Shine" userId="fc27ff59f79380b6" providerId="LiveId" clId="{49B3E6E0-4B1E-4AD6-A829-DE648B7A64C9}" dt="2026-10-06T07:06:41.933" v="2751"/>
          <ac:spMkLst>
            <pc:docMk/>
            <pc:sldMk cId="1421474289" sldId="414"/>
            <ac:spMk id="370" creationId="{2BE62B62-25A5-D3DF-2541-B2041F0C155B}"/>
          </ac:spMkLst>
        </pc:spChg>
        <pc:spChg chg="mod">
          <ac:chgData name="H. Shine" userId="fc27ff59f79380b6" providerId="LiveId" clId="{49B3E6E0-4B1E-4AD6-A829-DE648B7A64C9}" dt="2026-10-06T07:06:41.933" v="2751"/>
          <ac:spMkLst>
            <pc:docMk/>
            <pc:sldMk cId="1421474289" sldId="414"/>
            <ac:spMk id="371" creationId="{BEDFC6DC-2000-94EE-70F2-AED1C9143295}"/>
          </ac:spMkLst>
        </pc:spChg>
        <pc:spChg chg="mod">
          <ac:chgData name="H. Shine" userId="fc27ff59f79380b6" providerId="LiveId" clId="{49B3E6E0-4B1E-4AD6-A829-DE648B7A64C9}" dt="2026-10-06T07:08:03.572" v="2780" actId="20577"/>
          <ac:spMkLst>
            <pc:docMk/>
            <pc:sldMk cId="1421474289" sldId="414"/>
            <ac:spMk id="372" creationId="{90C0BA74-9759-9277-4805-E7398662957E}"/>
          </ac:spMkLst>
        </pc:spChg>
        <pc:spChg chg="add mod">
          <ac:chgData name="H. Shine" userId="fc27ff59f79380b6" providerId="LiveId" clId="{49B3E6E0-4B1E-4AD6-A829-DE648B7A64C9}" dt="2026-10-06T07:31:35.441" v="2940" actId="1035"/>
          <ac:spMkLst>
            <pc:docMk/>
            <pc:sldMk cId="1421474289" sldId="414"/>
            <ac:spMk id="373" creationId="{A9316294-1743-743A-C86C-40C705E51B14}"/>
          </ac:spMkLst>
        </pc:spChg>
        <pc:spChg chg="add mod">
          <ac:chgData name="H. Shine" userId="fc27ff59f79380b6" providerId="LiveId" clId="{49B3E6E0-4B1E-4AD6-A829-DE648B7A64C9}" dt="2026-10-06T07:31:35.441" v="2940" actId="1035"/>
          <ac:spMkLst>
            <pc:docMk/>
            <pc:sldMk cId="1421474289" sldId="414"/>
            <ac:spMk id="383" creationId="{E56430CC-BFFE-4210-B094-8BA7FC0FDFAF}"/>
          </ac:spMkLst>
        </pc:spChg>
        <pc:spChg chg="mod">
          <ac:chgData name="H. Shine" userId="fc27ff59f79380b6" providerId="LiveId" clId="{49B3E6E0-4B1E-4AD6-A829-DE648B7A64C9}" dt="2026-10-06T07:12:23.427" v="2912"/>
          <ac:spMkLst>
            <pc:docMk/>
            <pc:sldMk cId="1421474289" sldId="414"/>
            <ac:spMk id="385" creationId="{A46F9082-9D6F-8230-CE82-10FB187D10E3}"/>
          </ac:spMkLst>
        </pc:spChg>
        <pc:spChg chg="mod">
          <ac:chgData name="H. Shine" userId="fc27ff59f79380b6" providerId="LiveId" clId="{49B3E6E0-4B1E-4AD6-A829-DE648B7A64C9}" dt="2026-10-06T07:12:52.398" v="2918" actId="20577"/>
          <ac:spMkLst>
            <pc:docMk/>
            <pc:sldMk cId="1421474289" sldId="414"/>
            <ac:spMk id="386" creationId="{A67AD5BA-89A8-9F1A-62E6-57B779EEA256}"/>
          </ac:spMkLst>
        </pc:spChg>
        <pc:spChg chg="add mod">
          <ac:chgData name="H. Shine" userId="fc27ff59f79380b6" providerId="LiveId" clId="{49B3E6E0-4B1E-4AD6-A829-DE648B7A64C9}" dt="2026-10-06T07:31:35.441" v="2940" actId="1035"/>
          <ac:spMkLst>
            <pc:docMk/>
            <pc:sldMk cId="1421474289" sldId="414"/>
            <ac:spMk id="392" creationId="{54BA4796-268D-D728-F055-A9E519370DDE}"/>
          </ac:spMkLst>
        </pc:spChg>
        <pc:spChg chg="mod">
          <ac:chgData name="H. Shine" userId="fc27ff59f79380b6" providerId="LiveId" clId="{49B3E6E0-4B1E-4AD6-A829-DE648B7A64C9}" dt="2026-10-06T07:12:31.684" v="2914"/>
          <ac:spMkLst>
            <pc:docMk/>
            <pc:sldMk cId="1421474289" sldId="414"/>
            <ac:spMk id="394" creationId="{90BD34CA-1E3A-9354-1A28-0345C8ACB71A}"/>
          </ac:spMkLst>
        </pc:spChg>
        <pc:spChg chg="mod">
          <ac:chgData name="H. Shine" userId="fc27ff59f79380b6" providerId="LiveId" clId="{49B3E6E0-4B1E-4AD6-A829-DE648B7A64C9}" dt="2026-10-06T07:12:54.477" v="2919" actId="20577"/>
          <ac:spMkLst>
            <pc:docMk/>
            <pc:sldMk cId="1421474289" sldId="414"/>
            <ac:spMk id="395" creationId="{C7F14C43-F86F-83D5-D179-BDF8C07A3370}"/>
          </ac:spMkLst>
        </pc:spChg>
        <pc:spChg chg="add mod">
          <ac:chgData name="H. Shine" userId="fc27ff59f79380b6" providerId="LiveId" clId="{49B3E6E0-4B1E-4AD6-A829-DE648B7A64C9}" dt="2026-10-06T07:31:35.441" v="2940" actId="1035"/>
          <ac:spMkLst>
            <pc:docMk/>
            <pc:sldMk cId="1421474289" sldId="414"/>
            <ac:spMk id="401" creationId="{0B130948-782B-ED67-95E6-D1699EAAEE41}"/>
          </ac:spMkLst>
        </pc:spChg>
        <pc:spChg chg="mod">
          <ac:chgData name="H. Shine" userId="fc27ff59f79380b6" providerId="LiveId" clId="{49B3E6E0-4B1E-4AD6-A829-DE648B7A64C9}" dt="2026-10-06T07:12:38.016" v="2916"/>
          <ac:spMkLst>
            <pc:docMk/>
            <pc:sldMk cId="1421474289" sldId="414"/>
            <ac:spMk id="403" creationId="{D1C9EFF9-A296-DFFF-D017-56B1D1CC1BDB}"/>
          </ac:spMkLst>
        </pc:spChg>
        <pc:spChg chg="mod">
          <ac:chgData name="H. Shine" userId="fc27ff59f79380b6" providerId="LiveId" clId="{49B3E6E0-4B1E-4AD6-A829-DE648B7A64C9}" dt="2026-10-06T07:12:57.502" v="2922" actId="20577"/>
          <ac:spMkLst>
            <pc:docMk/>
            <pc:sldMk cId="1421474289" sldId="414"/>
            <ac:spMk id="404" creationId="{1B8707DA-E921-ADEF-D6D7-8F9ADB395DAE}"/>
          </ac:spMkLst>
        </pc:spChg>
        <pc:spChg chg="add mod">
          <ac:chgData name="H. Shine" userId="fc27ff59f79380b6" providerId="LiveId" clId="{49B3E6E0-4B1E-4AD6-A829-DE648B7A64C9}" dt="2026-10-06T07:32:22.766" v="2961" actId="1035"/>
          <ac:spMkLst>
            <pc:docMk/>
            <pc:sldMk cId="1421474289" sldId="414"/>
            <ac:spMk id="413" creationId="{FD911A17-CCE2-D575-D213-CC9B4016778C}"/>
          </ac:spMkLst>
        </pc:spChg>
        <pc:spChg chg="add mod">
          <ac:chgData name="H. Shine" userId="fc27ff59f79380b6" providerId="LiveId" clId="{49B3E6E0-4B1E-4AD6-A829-DE648B7A64C9}" dt="2026-10-06T07:39:53.209" v="3254" actId="1037"/>
          <ac:spMkLst>
            <pc:docMk/>
            <pc:sldMk cId="1421474289" sldId="414"/>
            <ac:spMk id="418" creationId="{B15EF7C2-D172-E9C0-B7CB-C9FA9832004A}"/>
          </ac:spMkLst>
        </pc:spChg>
        <pc:spChg chg="add mod">
          <ac:chgData name="H. Shine" userId="fc27ff59f79380b6" providerId="LiveId" clId="{49B3E6E0-4B1E-4AD6-A829-DE648B7A64C9}" dt="2026-10-06T07:39:49.043" v="3250" actId="1076"/>
          <ac:spMkLst>
            <pc:docMk/>
            <pc:sldMk cId="1421474289" sldId="414"/>
            <ac:spMk id="420" creationId="{9F871232-A73B-17B4-ECE4-2F8E89C1ED33}"/>
          </ac:spMkLst>
        </pc:spChg>
        <pc:spChg chg="add mod">
          <ac:chgData name="H. Shine" userId="fc27ff59f79380b6" providerId="LiveId" clId="{49B3E6E0-4B1E-4AD6-A829-DE648B7A64C9}" dt="2026-10-06T07:38:37.438" v="3189" actId="1076"/>
          <ac:spMkLst>
            <pc:docMk/>
            <pc:sldMk cId="1421474289" sldId="414"/>
            <ac:spMk id="428" creationId="{9F92B25D-231F-220C-DF12-58258A1F2B77}"/>
          </ac:spMkLst>
        </pc:spChg>
        <pc:spChg chg="add mod ord">
          <ac:chgData name="H. Shine" userId="fc27ff59f79380b6" providerId="LiveId" clId="{49B3E6E0-4B1E-4AD6-A829-DE648B7A64C9}" dt="2026-10-06T07:39:39.981" v="3248" actId="1037"/>
          <ac:spMkLst>
            <pc:docMk/>
            <pc:sldMk cId="1421474289" sldId="414"/>
            <ac:spMk id="430" creationId="{4A9F2368-E9C3-8E9E-DE43-7716CBAFC730}"/>
          </ac:spMkLst>
        </pc:spChg>
        <pc:spChg chg="add mod">
          <ac:chgData name="H. Shine" userId="fc27ff59f79380b6" providerId="LiveId" clId="{49B3E6E0-4B1E-4AD6-A829-DE648B7A64C9}" dt="2026-10-06T07:38:38.174" v="3190" actId="20577"/>
          <ac:spMkLst>
            <pc:docMk/>
            <pc:sldMk cId="1421474289" sldId="414"/>
            <ac:spMk id="432" creationId="{9E0FAF45-11A0-4D29-EA3D-20268541A71E}"/>
          </ac:spMkLst>
        </pc:spChg>
        <pc:spChg chg="add mod">
          <ac:chgData name="H. Shine" userId="fc27ff59f79380b6" providerId="LiveId" clId="{49B3E6E0-4B1E-4AD6-A829-DE648B7A64C9}" dt="2026-10-06T07:38:39.938" v="3191" actId="20577"/>
          <ac:spMkLst>
            <pc:docMk/>
            <pc:sldMk cId="1421474289" sldId="414"/>
            <ac:spMk id="434" creationId="{2422C0C3-2997-FDF9-876E-4EC7014CED72}"/>
          </ac:spMkLst>
        </pc:spChg>
        <pc:spChg chg="add mod">
          <ac:chgData name="H. Shine" userId="fc27ff59f79380b6" providerId="LiveId" clId="{49B3E6E0-4B1E-4AD6-A829-DE648B7A64C9}" dt="2026-10-06T07:38:41.034" v="3192" actId="20577"/>
          <ac:spMkLst>
            <pc:docMk/>
            <pc:sldMk cId="1421474289" sldId="414"/>
            <ac:spMk id="436" creationId="{944847BF-D7EB-EDD0-7290-5A82E298C355}"/>
          </ac:spMkLst>
        </pc:spChg>
        <pc:grpChg chg="del mod">
          <ac:chgData name="H. Shine" userId="fc27ff59f79380b6" providerId="LiveId" clId="{49B3E6E0-4B1E-4AD6-A829-DE648B7A64C9}" dt="2026-10-06T07:39:58.843" v="3256" actId="478"/>
          <ac:grpSpMkLst>
            <pc:docMk/>
            <pc:sldMk cId="1421474289" sldId="414"/>
            <ac:grpSpMk id="12" creationId="{8EFC667D-5444-5BD5-88A4-FA3FFBBB7C56}"/>
          </ac:grpSpMkLst>
        </pc:grpChg>
        <pc:grpChg chg="del mod">
          <ac:chgData name="H. Shine" userId="fc27ff59f79380b6" providerId="LiveId" clId="{49B3E6E0-4B1E-4AD6-A829-DE648B7A64C9}" dt="2026-10-06T07:39:58.843" v="3256" actId="478"/>
          <ac:grpSpMkLst>
            <pc:docMk/>
            <pc:sldMk cId="1421474289" sldId="414"/>
            <ac:grpSpMk id="22" creationId="{EBAD41F6-ADC9-DC4B-F700-F92F622E3BDF}"/>
          </ac:grpSpMkLst>
        </pc:grpChg>
        <pc:grpChg chg="del">
          <ac:chgData name="H. Shine" userId="fc27ff59f79380b6" providerId="LiveId" clId="{49B3E6E0-4B1E-4AD6-A829-DE648B7A64C9}" dt="2026-10-06T06:31:54.194" v="2380" actId="478"/>
          <ac:grpSpMkLst>
            <pc:docMk/>
            <pc:sldMk cId="1421474289" sldId="414"/>
            <ac:grpSpMk id="33" creationId="{8862EFF8-169A-36D6-FC5B-BEB66A9D63AE}"/>
          </ac:grpSpMkLst>
        </pc:grpChg>
        <pc:grpChg chg="del">
          <ac:chgData name="H. Shine" userId="fc27ff59f79380b6" providerId="LiveId" clId="{49B3E6E0-4B1E-4AD6-A829-DE648B7A64C9}" dt="2026-10-06T06:31:57.676" v="2381" actId="478"/>
          <ac:grpSpMkLst>
            <pc:docMk/>
            <pc:sldMk cId="1421474289" sldId="414"/>
            <ac:grpSpMk id="39" creationId="{29BB9021-865A-024D-9101-7E6BA16FB254}"/>
          </ac:grpSpMkLst>
        </pc:grpChg>
        <pc:grpChg chg="del">
          <ac:chgData name="H. Shine" userId="fc27ff59f79380b6" providerId="LiveId" clId="{49B3E6E0-4B1E-4AD6-A829-DE648B7A64C9}" dt="2026-10-06T06:27:02.129" v="2255" actId="165"/>
          <ac:grpSpMkLst>
            <pc:docMk/>
            <pc:sldMk cId="1421474289" sldId="414"/>
            <ac:grpSpMk id="47" creationId="{849F65EE-C003-EFE2-B4E1-A16F7B10247F}"/>
          </ac:grpSpMkLst>
        </pc:grpChg>
        <pc:grpChg chg="del">
          <ac:chgData name="H. Shine" userId="fc27ff59f79380b6" providerId="LiveId" clId="{49B3E6E0-4B1E-4AD6-A829-DE648B7A64C9}" dt="2026-10-06T04:18:42.532" v="2146" actId="478"/>
          <ac:grpSpMkLst>
            <pc:docMk/>
            <pc:sldMk cId="1421474289" sldId="414"/>
            <ac:grpSpMk id="52" creationId="{685ECEDA-32F2-3A0D-F89D-D2445C13A297}"/>
          </ac:grpSpMkLst>
        </pc:grpChg>
        <pc:grpChg chg="del">
          <ac:chgData name="H. Shine" userId="fc27ff59f79380b6" providerId="LiveId" clId="{49B3E6E0-4B1E-4AD6-A829-DE648B7A64C9}" dt="2026-10-06T04:18:42.532" v="2146" actId="478"/>
          <ac:grpSpMkLst>
            <pc:docMk/>
            <pc:sldMk cId="1421474289" sldId="414"/>
            <ac:grpSpMk id="57" creationId="{5025E563-53E4-1906-79D1-8BDB01ACED02}"/>
          </ac:grpSpMkLst>
        </pc:grpChg>
        <pc:grpChg chg="del">
          <ac:chgData name="H. Shine" userId="fc27ff59f79380b6" providerId="LiveId" clId="{49B3E6E0-4B1E-4AD6-A829-DE648B7A64C9}" dt="2026-10-06T04:18:42.532" v="2146" actId="478"/>
          <ac:grpSpMkLst>
            <pc:docMk/>
            <pc:sldMk cId="1421474289" sldId="414"/>
            <ac:grpSpMk id="62" creationId="{70C74D60-4CB2-D4C1-410D-474EFE6185C5}"/>
          </ac:grpSpMkLst>
        </pc:grpChg>
        <pc:grpChg chg="del">
          <ac:chgData name="H. Shine" userId="fc27ff59f79380b6" providerId="LiveId" clId="{49B3E6E0-4B1E-4AD6-A829-DE648B7A64C9}" dt="2026-10-06T04:18:41.200" v="2145" actId="478"/>
          <ac:grpSpMkLst>
            <pc:docMk/>
            <pc:sldMk cId="1421474289" sldId="414"/>
            <ac:grpSpMk id="67" creationId="{845D2E3B-56E4-69F0-FF14-8BFA9A6F3935}"/>
          </ac:grpSpMkLst>
        </pc:grpChg>
        <pc:grpChg chg="del">
          <ac:chgData name="H. Shine" userId="fc27ff59f79380b6" providerId="LiveId" clId="{49B3E6E0-4B1E-4AD6-A829-DE648B7A64C9}" dt="2026-10-06T04:18:41.200" v="2145" actId="478"/>
          <ac:grpSpMkLst>
            <pc:docMk/>
            <pc:sldMk cId="1421474289" sldId="414"/>
            <ac:grpSpMk id="72" creationId="{09D0AAC8-5698-445D-0912-44D646A71A8D}"/>
          </ac:grpSpMkLst>
        </pc:grpChg>
        <pc:grpChg chg="del">
          <ac:chgData name="H. Shine" userId="fc27ff59f79380b6" providerId="LiveId" clId="{49B3E6E0-4B1E-4AD6-A829-DE648B7A64C9}" dt="2026-10-06T04:18:41.200" v="2145" actId="478"/>
          <ac:grpSpMkLst>
            <pc:docMk/>
            <pc:sldMk cId="1421474289" sldId="414"/>
            <ac:grpSpMk id="77" creationId="{203212EA-97EC-E94F-583F-31DBC6127520}"/>
          </ac:grpSpMkLst>
        </pc:grpChg>
        <pc:grpChg chg="del">
          <ac:chgData name="H. Shine" userId="fc27ff59f79380b6" providerId="LiveId" clId="{49B3E6E0-4B1E-4AD6-A829-DE648B7A64C9}" dt="2026-10-06T04:18:41.200" v="2145" actId="478"/>
          <ac:grpSpMkLst>
            <pc:docMk/>
            <pc:sldMk cId="1421474289" sldId="414"/>
            <ac:grpSpMk id="82" creationId="{79A7C0B7-8CD9-3A58-7477-B93D1061C377}"/>
          </ac:grpSpMkLst>
        </pc:grpChg>
        <pc:grpChg chg="add mod">
          <ac:chgData name="H. Shine" userId="fc27ff59f79380b6" providerId="LiveId" clId="{49B3E6E0-4B1E-4AD6-A829-DE648B7A64C9}" dt="2026-10-06T07:11:39.113" v="2888" actId="12789"/>
          <ac:grpSpMkLst>
            <pc:docMk/>
            <pc:sldMk cId="1421474289" sldId="414"/>
            <ac:grpSpMk id="184" creationId="{90908F68-3C66-C49E-F96D-48F469627D52}"/>
          </ac:grpSpMkLst>
        </pc:grpChg>
        <pc:grpChg chg="add del mod">
          <ac:chgData name="H. Shine" userId="fc27ff59f79380b6" providerId="LiveId" clId="{49B3E6E0-4B1E-4AD6-A829-DE648B7A64C9}" dt="2026-10-06T06:39:02.772" v="2564" actId="478"/>
          <ac:grpSpMkLst>
            <pc:docMk/>
            <pc:sldMk cId="1421474289" sldId="414"/>
            <ac:grpSpMk id="185" creationId="{9FB76F20-19AC-7FD4-76A6-F23A7539782A}"/>
          </ac:grpSpMkLst>
        </pc:grpChg>
        <pc:grpChg chg="add del mod">
          <ac:chgData name="H. Shine" userId="fc27ff59f79380b6" providerId="LiveId" clId="{49B3E6E0-4B1E-4AD6-A829-DE648B7A64C9}" dt="2026-10-06T06:39:15.328" v="2580" actId="478"/>
          <ac:grpSpMkLst>
            <pc:docMk/>
            <pc:sldMk cId="1421474289" sldId="414"/>
            <ac:grpSpMk id="189" creationId="{1F45366C-3CE2-9ADB-D10F-3F352056446C}"/>
          </ac:grpSpMkLst>
        </pc:grpChg>
        <pc:grpChg chg="add del mod">
          <ac:chgData name="H. Shine" userId="fc27ff59f79380b6" providerId="LiveId" clId="{49B3E6E0-4B1E-4AD6-A829-DE648B7A64C9}" dt="2026-10-06T06:39:05.692" v="2567" actId="478"/>
          <ac:grpSpMkLst>
            <pc:docMk/>
            <pc:sldMk cId="1421474289" sldId="414"/>
            <ac:grpSpMk id="193" creationId="{93D74E6C-8E48-EC99-F4DC-D972842DF4C8}"/>
          </ac:grpSpMkLst>
        </pc:grpChg>
        <pc:grpChg chg="add mod ord">
          <ac:chgData name="H. Shine" userId="fc27ff59f79380b6" providerId="LiveId" clId="{49B3E6E0-4B1E-4AD6-A829-DE648B7A64C9}" dt="2026-10-06T07:11:44.972" v="2899" actId="1038"/>
          <ac:grpSpMkLst>
            <pc:docMk/>
            <pc:sldMk cId="1421474289" sldId="414"/>
            <ac:grpSpMk id="197" creationId="{9DB7AF17-7D40-4F2B-679C-2F10C8FBA476}"/>
          </ac:grpSpMkLst>
        </pc:grpChg>
        <pc:grpChg chg="mod">
          <ac:chgData name="H. Shine" userId="fc27ff59f79380b6" providerId="LiveId" clId="{49B3E6E0-4B1E-4AD6-A829-DE648B7A64C9}" dt="2026-10-06T06:38:15.601" v="2520" actId="1076"/>
          <ac:grpSpMkLst>
            <pc:docMk/>
            <pc:sldMk cId="1421474289" sldId="414"/>
            <ac:grpSpMk id="215" creationId="{926F6D15-DBD8-5885-2F4B-811B7B96FC8F}"/>
          </ac:grpSpMkLst>
        </pc:grpChg>
        <pc:grpChg chg="mod">
          <ac:chgData name="H. Shine" userId="fc27ff59f79380b6" providerId="LiveId" clId="{49B3E6E0-4B1E-4AD6-A829-DE648B7A64C9}" dt="2026-10-06T06:38:15.601" v="2520" actId="1076"/>
          <ac:grpSpMkLst>
            <pc:docMk/>
            <pc:sldMk cId="1421474289" sldId="414"/>
            <ac:grpSpMk id="219" creationId="{6C282CDF-C206-9DA0-4A0E-9D0ABFD19C2F}"/>
          </ac:grpSpMkLst>
        </pc:grpChg>
        <pc:grpChg chg="mod">
          <ac:chgData name="H. Shine" userId="fc27ff59f79380b6" providerId="LiveId" clId="{49B3E6E0-4B1E-4AD6-A829-DE648B7A64C9}" dt="2026-10-06T06:38:15.601" v="2520" actId="1076"/>
          <ac:grpSpMkLst>
            <pc:docMk/>
            <pc:sldMk cId="1421474289" sldId="414"/>
            <ac:grpSpMk id="223" creationId="{C767D815-970C-DACD-12A5-22C064078924}"/>
          </ac:grpSpMkLst>
        </pc:grpChg>
        <pc:grpChg chg="mod">
          <ac:chgData name="H. Shine" userId="fc27ff59f79380b6" providerId="LiveId" clId="{49B3E6E0-4B1E-4AD6-A829-DE648B7A64C9}" dt="2026-10-06T06:38:15.601" v="2520" actId="1076"/>
          <ac:grpSpMkLst>
            <pc:docMk/>
            <pc:sldMk cId="1421474289" sldId="414"/>
            <ac:grpSpMk id="227" creationId="{7A4452A2-F708-6E0A-A2B0-65BDD1EA3CBB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31" creationId="{9B7AA978-9B85-8B7E-7F9C-AA177F5F17E7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35" creationId="{E91D2327-472E-72CA-13AF-96CDFD2D5D3C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39" creationId="{B255CDA1-FBDE-5DE3-5724-F616267B251D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43" creationId="{CD36BBCA-BB0D-BF00-8F07-2F19B644EE39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47" creationId="{296A0756-77E2-C01C-E92C-6AB568A18BB8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51" creationId="{EA2EEA95-647A-034F-845C-505289775C53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55" creationId="{0566B326-38D8-1A10-5AFF-95D18DFC0D95}"/>
          </ac:grpSpMkLst>
        </pc:grpChg>
        <pc:grpChg chg="mod">
          <ac:chgData name="H. Shine" userId="fc27ff59f79380b6" providerId="LiveId" clId="{49B3E6E0-4B1E-4AD6-A829-DE648B7A64C9}" dt="2026-10-06T06:38:15.166" v="2519" actId="1076"/>
          <ac:grpSpMkLst>
            <pc:docMk/>
            <pc:sldMk cId="1421474289" sldId="414"/>
            <ac:grpSpMk id="259" creationId="{1B87B808-F246-944B-CD92-9D23AFD6503B}"/>
          </ac:grpSpMkLst>
        </pc:grpChg>
        <pc:grpChg chg="add del mod">
          <ac:chgData name="H. Shine" userId="fc27ff59f79380b6" providerId="LiveId" clId="{49B3E6E0-4B1E-4AD6-A829-DE648B7A64C9}" dt="2026-10-06T06:42:44.893" v="2701" actId="478"/>
          <ac:grpSpMkLst>
            <pc:docMk/>
            <pc:sldMk cId="1421474289" sldId="414"/>
            <ac:grpSpMk id="263" creationId="{2DD5D122-C6BE-3AF4-6CB1-47C2CE31E6D9}"/>
          </ac:grpSpMkLst>
        </pc:grpChg>
        <pc:grpChg chg="add del mod">
          <ac:chgData name="H. Shine" userId="fc27ff59f79380b6" providerId="LiveId" clId="{49B3E6E0-4B1E-4AD6-A829-DE648B7A64C9}" dt="2026-10-06T06:42:41.726" v="2697" actId="478"/>
          <ac:grpSpMkLst>
            <pc:docMk/>
            <pc:sldMk cId="1421474289" sldId="414"/>
            <ac:grpSpMk id="267" creationId="{0100C4A8-0A4C-DAB2-E5A8-F4C5ECD94E73}"/>
          </ac:grpSpMkLst>
        </pc:grpChg>
        <pc:grpChg chg="add del mod">
          <ac:chgData name="H. Shine" userId="fc27ff59f79380b6" providerId="LiveId" clId="{49B3E6E0-4B1E-4AD6-A829-DE648B7A64C9}" dt="2026-10-06T06:42:42.046" v="2698" actId="478"/>
          <ac:grpSpMkLst>
            <pc:docMk/>
            <pc:sldMk cId="1421474289" sldId="414"/>
            <ac:grpSpMk id="271" creationId="{0EFBA95A-D74C-D9B2-8ADA-78B1FC98E9B2}"/>
          </ac:grpSpMkLst>
        </pc:grpChg>
        <pc:grpChg chg="add del mod">
          <ac:chgData name="H. Shine" userId="fc27ff59f79380b6" providerId="LiveId" clId="{49B3E6E0-4B1E-4AD6-A829-DE648B7A64C9}" dt="2026-10-06T06:42:44.203" v="2700" actId="478"/>
          <ac:grpSpMkLst>
            <pc:docMk/>
            <pc:sldMk cId="1421474289" sldId="414"/>
            <ac:grpSpMk id="275" creationId="{B5070009-884C-F1EF-6932-A9096BF55A20}"/>
          </ac:grpSpMkLst>
        </pc:grpChg>
        <pc:grpChg chg="add mod ord">
          <ac:chgData name="H. Shine" userId="fc27ff59f79380b6" providerId="LiveId" clId="{49B3E6E0-4B1E-4AD6-A829-DE648B7A64C9}" dt="2026-10-06T07:37:13.167" v="3148" actId="166"/>
          <ac:grpSpMkLst>
            <pc:docMk/>
            <pc:sldMk cId="1421474289" sldId="414"/>
            <ac:grpSpMk id="279" creationId="{BD2FDEA7-D498-1EAD-7A76-10CFADD3F43E}"/>
          </ac:grpSpMkLst>
        </pc:grpChg>
        <pc:grpChg chg="add mod">
          <ac:chgData name="H. Shine" userId="fc27ff59f79380b6" providerId="LiveId" clId="{49B3E6E0-4B1E-4AD6-A829-DE648B7A64C9}" dt="2026-10-06T06:43:54.660" v="2733" actId="12788"/>
          <ac:grpSpMkLst>
            <pc:docMk/>
            <pc:sldMk cId="1421474289" sldId="414"/>
            <ac:grpSpMk id="284" creationId="{F774141F-CAAD-05D7-A875-F15565A3BF27}"/>
          </ac:grpSpMkLst>
        </pc:grpChg>
        <pc:grpChg chg="add mod">
          <ac:chgData name="H. Shine" userId="fc27ff59f79380b6" providerId="LiveId" clId="{49B3E6E0-4B1E-4AD6-A829-DE648B7A64C9}" dt="2026-10-06T07:31:35.441" v="2940" actId="1035"/>
          <ac:grpSpMkLst>
            <pc:docMk/>
            <pc:sldMk cId="1421474289" sldId="414"/>
            <ac:grpSpMk id="285" creationId="{017FCF7E-5AED-A0C9-AD26-0A7F8CA5FAAB}"/>
          </ac:grpSpMkLst>
        </pc:grpChg>
        <pc:grpChg chg="add mod">
          <ac:chgData name="H. Shine" userId="fc27ff59f79380b6" providerId="LiveId" clId="{49B3E6E0-4B1E-4AD6-A829-DE648B7A64C9}" dt="2026-10-06T07:31:35.441" v="2940" actId="1035"/>
          <ac:grpSpMkLst>
            <pc:docMk/>
            <pc:sldMk cId="1421474289" sldId="414"/>
            <ac:grpSpMk id="289" creationId="{C47A3D52-5619-492C-068A-CF46E4D4CB49}"/>
          </ac:grpSpMkLst>
        </pc:grpChg>
        <pc:grpChg chg="add mod">
          <ac:chgData name="H. Shine" userId="fc27ff59f79380b6" providerId="LiveId" clId="{49B3E6E0-4B1E-4AD6-A829-DE648B7A64C9}" dt="2026-10-06T07:11:39.113" v="2888" actId="12789"/>
          <ac:grpSpMkLst>
            <pc:docMk/>
            <pc:sldMk cId="1421474289" sldId="414"/>
            <ac:grpSpMk id="294" creationId="{DE56A469-2174-D89F-10FF-85E7F5095C16}"/>
          </ac:grpSpMkLst>
        </pc:grpChg>
        <pc:grpChg chg="add mod">
          <ac:chgData name="H. Shine" userId="fc27ff59f79380b6" providerId="LiveId" clId="{49B3E6E0-4B1E-4AD6-A829-DE648B7A64C9}" dt="2026-10-06T07:11:39.113" v="2888" actId="12789"/>
          <ac:grpSpMkLst>
            <pc:docMk/>
            <pc:sldMk cId="1421474289" sldId="414"/>
            <ac:grpSpMk id="298" creationId="{4E9BD04B-61C9-C01F-4AF3-3C9B53012127}"/>
          </ac:grpSpMkLst>
        </pc:grpChg>
        <pc:grpChg chg="add mod">
          <ac:chgData name="H. Shine" userId="fc27ff59f79380b6" providerId="LiveId" clId="{49B3E6E0-4B1E-4AD6-A829-DE648B7A64C9}" dt="2026-10-06T07:31:35.441" v="2940" actId="1035"/>
          <ac:grpSpMkLst>
            <pc:docMk/>
            <pc:sldMk cId="1421474289" sldId="414"/>
            <ac:grpSpMk id="302" creationId="{4C07431E-0DC7-56EB-77F7-737308A7D0BD}"/>
          </ac:grpSpMkLst>
        </pc:grpChg>
        <pc:grpChg chg="add mod">
          <ac:chgData name="H. Shine" userId="fc27ff59f79380b6" providerId="LiveId" clId="{49B3E6E0-4B1E-4AD6-A829-DE648B7A64C9}" dt="2026-10-06T07:07:16.016" v="2758" actId="554"/>
          <ac:grpSpMkLst>
            <pc:docMk/>
            <pc:sldMk cId="1421474289" sldId="414"/>
            <ac:grpSpMk id="307" creationId="{68B05BAB-CFD8-F05C-8A77-0804FF4AB03F}"/>
          </ac:grpSpMkLst>
        </pc:grpChg>
        <pc:grpChg chg="add mod">
          <ac:chgData name="H. Shine" userId="fc27ff59f79380b6" providerId="LiveId" clId="{49B3E6E0-4B1E-4AD6-A829-DE648B7A64C9}" dt="2026-10-06T07:07:21.525" v="2759" actId="408"/>
          <ac:grpSpMkLst>
            <pc:docMk/>
            <pc:sldMk cId="1421474289" sldId="414"/>
            <ac:grpSpMk id="311" creationId="{F815ED6F-8EFD-C46C-0C07-8B04D173BA20}"/>
          </ac:grpSpMkLst>
        </pc:grpChg>
        <pc:grpChg chg="mod">
          <ac:chgData name="H. Shine" userId="fc27ff59f79380b6" providerId="LiveId" clId="{49B3E6E0-4B1E-4AD6-A829-DE648B7A64C9}" dt="2026-10-06T07:07:21.525" v="2759" actId="408"/>
          <ac:grpSpMkLst>
            <pc:docMk/>
            <pc:sldMk cId="1421474289" sldId="414"/>
            <ac:grpSpMk id="315" creationId="{BA8BE5E0-D183-052D-C49A-BB9A8F8491E5}"/>
          </ac:grpSpMkLst>
        </pc:grpChg>
        <pc:grpChg chg="mod">
          <ac:chgData name="H. Shine" userId="fc27ff59f79380b6" providerId="LiveId" clId="{49B3E6E0-4B1E-4AD6-A829-DE648B7A64C9}" dt="2026-10-06T07:07:08.716" v="2756" actId="552"/>
          <ac:grpSpMkLst>
            <pc:docMk/>
            <pc:sldMk cId="1421474289" sldId="414"/>
            <ac:grpSpMk id="319" creationId="{687DBA8E-B369-8176-05EC-E3041214E7C0}"/>
          </ac:grpSpMkLst>
        </pc:grpChg>
        <pc:grpChg chg="mod">
          <ac:chgData name="H. Shine" userId="fc27ff59f79380b6" providerId="LiveId" clId="{49B3E6E0-4B1E-4AD6-A829-DE648B7A64C9}" dt="2026-10-06T07:07:26.235" v="2760" actId="408"/>
          <ac:grpSpMkLst>
            <pc:docMk/>
            <pc:sldMk cId="1421474289" sldId="414"/>
            <ac:grpSpMk id="323" creationId="{9B145BAE-D750-9091-8DB9-BC9CAB8CF185}"/>
          </ac:grpSpMkLst>
        </pc:grpChg>
        <pc:grpChg chg="add mod">
          <ac:chgData name="H. Shine" userId="fc27ff59f79380b6" providerId="LiveId" clId="{49B3E6E0-4B1E-4AD6-A829-DE648B7A64C9}" dt="2026-10-06T07:07:26.235" v="2760" actId="408"/>
          <ac:grpSpMkLst>
            <pc:docMk/>
            <pc:sldMk cId="1421474289" sldId="414"/>
            <ac:grpSpMk id="327" creationId="{925C049B-8807-F7D4-11F1-04D21C6A7BC7}"/>
          </ac:grpSpMkLst>
        </pc:grpChg>
        <pc:grpChg chg="mod">
          <ac:chgData name="H. Shine" userId="fc27ff59f79380b6" providerId="LiveId" clId="{49B3E6E0-4B1E-4AD6-A829-DE648B7A64C9}" dt="2026-10-06T07:31:35.441" v="2940" actId="1035"/>
          <ac:grpSpMkLst>
            <pc:docMk/>
            <pc:sldMk cId="1421474289" sldId="414"/>
            <ac:grpSpMk id="331" creationId="{E17CD9D3-7903-E8B0-9EFD-D2AA496CA1A7}"/>
          </ac:grpSpMkLst>
        </pc:grpChg>
        <pc:grpChg chg="add mod">
          <ac:chgData name="H. Shine" userId="fc27ff59f79380b6" providerId="LiveId" clId="{49B3E6E0-4B1E-4AD6-A829-DE648B7A64C9}" dt="2026-10-06T07:06:36.456" v="2745"/>
          <ac:grpSpMkLst>
            <pc:docMk/>
            <pc:sldMk cId="1421474289" sldId="414"/>
            <ac:grpSpMk id="335" creationId="{29B8A70B-7A2C-4141-3DB5-FF17E552379C}"/>
          </ac:grpSpMkLst>
        </pc:grpChg>
        <pc:grpChg chg="add mod">
          <ac:chgData name="H. Shine" userId="fc27ff59f79380b6" providerId="LiveId" clId="{49B3E6E0-4B1E-4AD6-A829-DE648B7A64C9}" dt="2026-10-06T07:06:39.417" v="2748"/>
          <ac:grpSpMkLst>
            <pc:docMk/>
            <pc:sldMk cId="1421474289" sldId="414"/>
            <ac:grpSpMk id="352" creationId="{5DA39845-FDF5-DD09-B363-CE678300AE80}"/>
          </ac:grpSpMkLst>
        </pc:grpChg>
        <pc:grpChg chg="mod">
          <ac:chgData name="H. Shine" userId="fc27ff59f79380b6" providerId="LiveId" clId="{49B3E6E0-4B1E-4AD6-A829-DE648B7A64C9}" dt="2026-10-06T07:07:29.615" v="2761" actId="408"/>
          <ac:grpSpMkLst>
            <pc:docMk/>
            <pc:sldMk cId="1421474289" sldId="414"/>
            <ac:grpSpMk id="361" creationId="{0B8B815D-B339-66E7-3B9A-29F8DCB78C88}"/>
          </ac:grpSpMkLst>
        </pc:grpChg>
        <pc:grpChg chg="add mod">
          <ac:chgData name="H. Shine" userId="fc27ff59f79380b6" providerId="LiveId" clId="{49B3E6E0-4B1E-4AD6-A829-DE648B7A64C9}" dt="2026-10-06T07:07:29.615" v="2761" actId="408"/>
          <ac:grpSpMkLst>
            <pc:docMk/>
            <pc:sldMk cId="1421474289" sldId="414"/>
            <ac:grpSpMk id="365" creationId="{A76C9A4E-9B06-A348-DC15-CD532EA12FFF}"/>
          </ac:grpSpMkLst>
        </pc:grpChg>
        <pc:grpChg chg="mod">
          <ac:chgData name="H. Shine" userId="fc27ff59f79380b6" providerId="LiveId" clId="{49B3E6E0-4B1E-4AD6-A829-DE648B7A64C9}" dt="2026-10-06T07:07:16.016" v="2758" actId="554"/>
          <ac:grpSpMkLst>
            <pc:docMk/>
            <pc:sldMk cId="1421474289" sldId="414"/>
            <ac:grpSpMk id="369" creationId="{1B314399-A5B7-A695-8A8D-42BD1D60E469}"/>
          </ac:grpSpMkLst>
        </pc:grpChg>
        <pc:grpChg chg="add mod">
          <ac:chgData name="H. Shine" userId="fc27ff59f79380b6" providerId="LiveId" clId="{49B3E6E0-4B1E-4AD6-A829-DE648B7A64C9}" dt="2026-10-06T07:12:31.299" v="2913" actId="1076"/>
          <ac:grpSpMkLst>
            <pc:docMk/>
            <pc:sldMk cId="1421474289" sldId="414"/>
            <ac:grpSpMk id="384" creationId="{8B9E924A-EF6F-314F-A4D2-52631F3AE24B}"/>
          </ac:grpSpMkLst>
        </pc:grpChg>
        <pc:grpChg chg="add mod">
          <ac:chgData name="H. Shine" userId="fc27ff59f79380b6" providerId="LiveId" clId="{49B3E6E0-4B1E-4AD6-A829-DE648B7A64C9}" dt="2026-10-06T07:12:37.736" v="2915" actId="1076"/>
          <ac:grpSpMkLst>
            <pc:docMk/>
            <pc:sldMk cId="1421474289" sldId="414"/>
            <ac:grpSpMk id="393" creationId="{783F5F46-F3A0-D8CF-8EF6-933004621A5E}"/>
          </ac:grpSpMkLst>
        </pc:grpChg>
        <pc:grpChg chg="add mod">
          <ac:chgData name="H. Shine" userId="fc27ff59f79380b6" providerId="LiveId" clId="{49B3E6E0-4B1E-4AD6-A829-DE648B7A64C9}" dt="2026-10-06T07:12:56.772" v="2921" actId="1076"/>
          <ac:grpSpMkLst>
            <pc:docMk/>
            <pc:sldMk cId="1421474289" sldId="414"/>
            <ac:grpSpMk id="402" creationId="{9761C69B-3891-EECA-56A7-3DA82C335073}"/>
          </ac:grpSpMkLst>
        </pc:grpChg>
        <pc:picChg chg="del">
          <ac:chgData name="H. Shine" userId="fc27ff59f79380b6" providerId="LiveId" clId="{49B3E6E0-4B1E-4AD6-A829-DE648B7A64C9}" dt="2026-10-06T03:42:27.148" v="953" actId="478"/>
          <ac:picMkLst>
            <pc:docMk/>
            <pc:sldMk cId="1421474289" sldId="414"/>
            <ac:picMk id="8" creationId="{40A092EC-65B8-586F-67D3-81E70ED1BB95}"/>
          </ac:picMkLst>
        </pc:picChg>
        <pc:picChg chg="mod">
          <ac:chgData name="H. Shine" userId="fc27ff59f79380b6" providerId="LiveId" clId="{49B3E6E0-4B1E-4AD6-A829-DE648B7A64C9}" dt="2026-10-06T06:27:53.672" v="2275" actId="1076"/>
          <ac:picMkLst>
            <pc:docMk/>
            <pc:sldMk cId="1421474289" sldId="414"/>
            <ac:picMk id="10" creationId="{0A123B1F-C917-FF69-24C3-1ED538687DC9}"/>
          </ac:picMkLst>
        </pc:picChg>
        <pc:cxnChg chg="del mod">
          <ac:chgData name="H. Shine" userId="fc27ff59f79380b6" providerId="LiveId" clId="{49B3E6E0-4B1E-4AD6-A829-DE648B7A64C9}" dt="2026-10-06T04:18:43.409" v="2147" actId="478"/>
          <ac:cxnSpMkLst>
            <pc:docMk/>
            <pc:sldMk cId="1421474289" sldId="414"/>
            <ac:cxnSpMk id="6" creationId="{1E2BCDB3-12D8-5A6F-0D9B-9B30CCB30D4B}"/>
          </ac:cxnSpMkLst>
        </pc:cxnChg>
        <pc:cxnChg chg="mod">
          <ac:chgData name="H. Shine" userId="fc27ff59f79380b6" providerId="LiveId" clId="{49B3E6E0-4B1E-4AD6-A829-DE648B7A64C9}" dt="2026-10-06T07:39:58.843" v="3256" actId="478"/>
          <ac:cxnSpMkLst>
            <pc:docMk/>
            <pc:sldMk cId="1421474289" sldId="414"/>
            <ac:cxnSpMk id="14" creationId="{A3D8F811-949E-CD9C-445E-8CEC6409E180}"/>
          </ac:cxnSpMkLst>
        </pc:cxnChg>
        <pc:cxnChg chg="mod">
          <ac:chgData name="H. Shine" userId="fc27ff59f79380b6" providerId="LiveId" clId="{49B3E6E0-4B1E-4AD6-A829-DE648B7A64C9}" dt="2026-10-06T07:39:58.843" v="3256" actId="478"/>
          <ac:cxnSpMkLst>
            <pc:docMk/>
            <pc:sldMk cId="1421474289" sldId="414"/>
            <ac:cxnSpMk id="15" creationId="{8F2A3E4F-F2A5-44E4-4E14-F88E0C3AE9AA}"/>
          </ac:cxnSpMkLst>
        </pc:cxnChg>
        <pc:cxnChg chg="mod">
          <ac:chgData name="H. Shine" userId="fc27ff59f79380b6" providerId="LiveId" clId="{49B3E6E0-4B1E-4AD6-A829-DE648B7A64C9}" dt="2026-10-06T07:39:58.843" v="3256" actId="478"/>
          <ac:cxnSpMkLst>
            <pc:docMk/>
            <pc:sldMk cId="1421474289" sldId="414"/>
            <ac:cxnSpMk id="24" creationId="{6C9C73C3-1EC1-1694-056C-14F332896220}"/>
          </ac:cxnSpMkLst>
        </pc:cxnChg>
        <pc:cxnChg chg="mod">
          <ac:chgData name="H. Shine" userId="fc27ff59f79380b6" providerId="LiveId" clId="{49B3E6E0-4B1E-4AD6-A829-DE648B7A64C9}" dt="2026-10-06T07:39:58.843" v="3256" actId="478"/>
          <ac:cxnSpMkLst>
            <pc:docMk/>
            <pc:sldMk cId="1421474289" sldId="414"/>
            <ac:cxnSpMk id="25" creationId="{CC9E651F-FC56-32FF-2AA1-428CF8AA7E52}"/>
          </ac:cxnSpMkLst>
        </pc:cxnChg>
        <pc:cxnChg chg="add mod">
          <ac:chgData name="H. Shine" userId="fc27ff59f79380b6" providerId="LiveId" clId="{49B3E6E0-4B1E-4AD6-A829-DE648B7A64C9}" dt="2026-10-06T07:06:40.952" v="2750" actId="1076"/>
          <ac:cxnSpMkLst>
            <pc:docMk/>
            <pc:sldMk cId="1421474289" sldId="414"/>
            <ac:cxnSpMk id="173" creationId="{770DF71C-F8D3-E2C8-4CBF-9320F4165F6E}"/>
          </ac:cxnSpMkLst>
        </pc:cxnChg>
        <pc:cxnChg chg="add mod">
          <ac:chgData name="H. Shine" userId="fc27ff59f79380b6" providerId="LiveId" clId="{49B3E6E0-4B1E-4AD6-A829-DE648B7A64C9}" dt="2026-10-06T07:11:39.113" v="2888" actId="12789"/>
          <ac:cxnSpMkLst>
            <pc:docMk/>
            <pc:sldMk cId="1421474289" sldId="414"/>
            <ac:cxnSpMk id="375" creationId="{55A562F0-60BB-83C3-2F7B-ABE2FD10B05E}"/>
          </ac:cxnSpMkLst>
        </pc:cxnChg>
        <pc:cxnChg chg="add mod">
          <ac:chgData name="H. Shine" userId="fc27ff59f79380b6" providerId="LiveId" clId="{49B3E6E0-4B1E-4AD6-A829-DE648B7A64C9}" dt="2026-10-06T07:11:50.373" v="2902" actId="1037"/>
          <ac:cxnSpMkLst>
            <pc:docMk/>
            <pc:sldMk cId="1421474289" sldId="414"/>
            <ac:cxnSpMk id="379" creationId="{3A2B8ABF-1C09-E592-00AE-0FE83677968A}"/>
          </ac:cxnSpMkLst>
        </pc:cxnChg>
        <pc:cxnChg chg="add mod">
          <ac:chgData name="H. Shine" userId="fc27ff59f79380b6" providerId="LiveId" clId="{49B3E6E0-4B1E-4AD6-A829-DE648B7A64C9}" dt="2026-10-06T07:11:51.077" v="2903" actId="1037"/>
          <ac:cxnSpMkLst>
            <pc:docMk/>
            <pc:sldMk cId="1421474289" sldId="414"/>
            <ac:cxnSpMk id="380" creationId="{4C5CE5C4-C14B-B37C-7D50-862872451BF4}"/>
          </ac:cxnSpMkLst>
        </pc:cxnChg>
        <pc:cxnChg chg="add mod">
          <ac:chgData name="H. Shine" userId="fc27ff59f79380b6" providerId="LiveId" clId="{49B3E6E0-4B1E-4AD6-A829-DE648B7A64C9}" dt="2026-10-06T07:11:53.613" v="2906" actId="1038"/>
          <ac:cxnSpMkLst>
            <pc:docMk/>
            <pc:sldMk cId="1421474289" sldId="414"/>
            <ac:cxnSpMk id="381" creationId="{42E2293A-0178-7754-BE95-A95005A5AEBE}"/>
          </ac:cxnSpMkLst>
        </pc:cxnChg>
        <pc:cxnChg chg="add mod">
          <ac:chgData name="H. Shine" userId="fc27ff59f79380b6" providerId="LiveId" clId="{49B3E6E0-4B1E-4AD6-A829-DE648B7A64C9}" dt="2026-10-06T07:11:58.214" v="2909" actId="1037"/>
          <ac:cxnSpMkLst>
            <pc:docMk/>
            <pc:sldMk cId="1421474289" sldId="414"/>
            <ac:cxnSpMk id="382" creationId="{A2561F92-8065-358A-8B4F-D61BE432DAD8}"/>
          </ac:cxnSpMkLst>
        </pc:cxnChg>
        <pc:cxnChg chg="add mod">
          <ac:chgData name="H. Shine" userId="fc27ff59f79380b6" providerId="LiveId" clId="{49B3E6E0-4B1E-4AD6-A829-DE648B7A64C9}" dt="2026-10-06T07:12:31.299" v="2913" actId="1076"/>
          <ac:cxnSpMkLst>
            <pc:docMk/>
            <pc:sldMk cId="1421474289" sldId="414"/>
            <ac:cxnSpMk id="387" creationId="{13B7A066-A38C-74AB-1DF5-524270F30772}"/>
          </ac:cxnSpMkLst>
        </pc:cxnChg>
        <pc:cxnChg chg="add mod">
          <ac:chgData name="H. Shine" userId="fc27ff59f79380b6" providerId="LiveId" clId="{49B3E6E0-4B1E-4AD6-A829-DE648B7A64C9}" dt="2026-10-06T07:12:31.299" v="2913" actId="1076"/>
          <ac:cxnSpMkLst>
            <pc:docMk/>
            <pc:sldMk cId="1421474289" sldId="414"/>
            <ac:cxnSpMk id="388" creationId="{FD429BD5-A292-1E17-1735-C401FAD1F696}"/>
          </ac:cxnSpMkLst>
        </pc:cxnChg>
        <pc:cxnChg chg="add mod">
          <ac:chgData name="H. Shine" userId="fc27ff59f79380b6" providerId="LiveId" clId="{49B3E6E0-4B1E-4AD6-A829-DE648B7A64C9}" dt="2026-10-06T07:12:31.299" v="2913" actId="1076"/>
          <ac:cxnSpMkLst>
            <pc:docMk/>
            <pc:sldMk cId="1421474289" sldId="414"/>
            <ac:cxnSpMk id="389" creationId="{B53C0727-D3AC-DB6E-5354-89E1B0443185}"/>
          </ac:cxnSpMkLst>
        </pc:cxnChg>
        <pc:cxnChg chg="add mod">
          <ac:chgData name="H. Shine" userId="fc27ff59f79380b6" providerId="LiveId" clId="{49B3E6E0-4B1E-4AD6-A829-DE648B7A64C9}" dt="2026-10-06T07:12:31.299" v="2913" actId="1076"/>
          <ac:cxnSpMkLst>
            <pc:docMk/>
            <pc:sldMk cId="1421474289" sldId="414"/>
            <ac:cxnSpMk id="390" creationId="{B1EC41D2-AEB5-43D5-88E9-96DC248CB03E}"/>
          </ac:cxnSpMkLst>
        </pc:cxnChg>
        <pc:cxnChg chg="add mod">
          <ac:chgData name="H. Shine" userId="fc27ff59f79380b6" providerId="LiveId" clId="{49B3E6E0-4B1E-4AD6-A829-DE648B7A64C9}" dt="2026-10-06T07:12:31.299" v="2913" actId="1076"/>
          <ac:cxnSpMkLst>
            <pc:docMk/>
            <pc:sldMk cId="1421474289" sldId="414"/>
            <ac:cxnSpMk id="391" creationId="{6562F72A-2C0B-DB04-9397-9BB5F417DB7D}"/>
          </ac:cxnSpMkLst>
        </pc:cxnChg>
        <pc:cxnChg chg="add mod">
          <ac:chgData name="H. Shine" userId="fc27ff59f79380b6" providerId="LiveId" clId="{49B3E6E0-4B1E-4AD6-A829-DE648B7A64C9}" dt="2026-10-06T07:12:37.736" v="2915" actId="1076"/>
          <ac:cxnSpMkLst>
            <pc:docMk/>
            <pc:sldMk cId="1421474289" sldId="414"/>
            <ac:cxnSpMk id="396" creationId="{F5924407-2341-A84B-2D28-2D9C295577D5}"/>
          </ac:cxnSpMkLst>
        </pc:cxnChg>
        <pc:cxnChg chg="add mod">
          <ac:chgData name="H. Shine" userId="fc27ff59f79380b6" providerId="LiveId" clId="{49B3E6E0-4B1E-4AD6-A829-DE648B7A64C9}" dt="2026-10-06T07:12:37.736" v="2915" actId="1076"/>
          <ac:cxnSpMkLst>
            <pc:docMk/>
            <pc:sldMk cId="1421474289" sldId="414"/>
            <ac:cxnSpMk id="397" creationId="{3A6DE4F5-4999-B61E-F3D4-57C513118212}"/>
          </ac:cxnSpMkLst>
        </pc:cxnChg>
        <pc:cxnChg chg="add mod">
          <ac:chgData name="H. Shine" userId="fc27ff59f79380b6" providerId="LiveId" clId="{49B3E6E0-4B1E-4AD6-A829-DE648B7A64C9}" dt="2026-10-06T07:12:37.736" v="2915" actId="1076"/>
          <ac:cxnSpMkLst>
            <pc:docMk/>
            <pc:sldMk cId="1421474289" sldId="414"/>
            <ac:cxnSpMk id="398" creationId="{4E0494A8-AFEA-F435-1B7E-DE516A98A66E}"/>
          </ac:cxnSpMkLst>
        </pc:cxnChg>
        <pc:cxnChg chg="add mod">
          <ac:chgData name="H. Shine" userId="fc27ff59f79380b6" providerId="LiveId" clId="{49B3E6E0-4B1E-4AD6-A829-DE648B7A64C9}" dt="2026-10-06T07:12:37.736" v="2915" actId="1076"/>
          <ac:cxnSpMkLst>
            <pc:docMk/>
            <pc:sldMk cId="1421474289" sldId="414"/>
            <ac:cxnSpMk id="399" creationId="{F5369FE3-F926-C54D-A9F3-528FC6BD5251}"/>
          </ac:cxnSpMkLst>
        </pc:cxnChg>
        <pc:cxnChg chg="add mod">
          <ac:chgData name="H. Shine" userId="fc27ff59f79380b6" providerId="LiveId" clId="{49B3E6E0-4B1E-4AD6-A829-DE648B7A64C9}" dt="2026-10-06T07:12:37.736" v="2915" actId="1076"/>
          <ac:cxnSpMkLst>
            <pc:docMk/>
            <pc:sldMk cId="1421474289" sldId="414"/>
            <ac:cxnSpMk id="400" creationId="{EDB9A3A6-BC0C-EC01-FADE-CDCB3024AA9C}"/>
          </ac:cxnSpMkLst>
        </pc:cxnChg>
        <pc:cxnChg chg="add mod">
          <ac:chgData name="H. Shine" userId="fc27ff59f79380b6" providerId="LiveId" clId="{49B3E6E0-4B1E-4AD6-A829-DE648B7A64C9}" dt="2026-10-06T07:12:48.994" v="2917" actId="1076"/>
          <ac:cxnSpMkLst>
            <pc:docMk/>
            <pc:sldMk cId="1421474289" sldId="414"/>
            <ac:cxnSpMk id="405" creationId="{230D0207-37A2-0870-27C4-177630D65F60}"/>
          </ac:cxnSpMkLst>
        </pc:cxnChg>
        <pc:cxnChg chg="add mod">
          <ac:chgData name="H. Shine" userId="fc27ff59f79380b6" providerId="LiveId" clId="{49B3E6E0-4B1E-4AD6-A829-DE648B7A64C9}" dt="2026-10-06T07:12:48.994" v="2917" actId="1076"/>
          <ac:cxnSpMkLst>
            <pc:docMk/>
            <pc:sldMk cId="1421474289" sldId="414"/>
            <ac:cxnSpMk id="406" creationId="{9715848F-4847-8703-0093-DD4D9D0F2453}"/>
          </ac:cxnSpMkLst>
        </pc:cxnChg>
        <pc:cxnChg chg="add mod">
          <ac:chgData name="H. Shine" userId="fc27ff59f79380b6" providerId="LiveId" clId="{49B3E6E0-4B1E-4AD6-A829-DE648B7A64C9}" dt="2026-10-06T07:12:48.994" v="2917" actId="1076"/>
          <ac:cxnSpMkLst>
            <pc:docMk/>
            <pc:sldMk cId="1421474289" sldId="414"/>
            <ac:cxnSpMk id="407" creationId="{DBB58617-AC9A-2A44-C46D-D8D830119105}"/>
          </ac:cxnSpMkLst>
        </pc:cxnChg>
        <pc:cxnChg chg="add mod">
          <ac:chgData name="H. Shine" userId="fc27ff59f79380b6" providerId="LiveId" clId="{49B3E6E0-4B1E-4AD6-A829-DE648B7A64C9}" dt="2026-10-06T07:12:48.994" v="2917" actId="1076"/>
          <ac:cxnSpMkLst>
            <pc:docMk/>
            <pc:sldMk cId="1421474289" sldId="414"/>
            <ac:cxnSpMk id="408" creationId="{94D07CA5-2BD1-B557-4C6A-596FB4DEC701}"/>
          </ac:cxnSpMkLst>
        </pc:cxnChg>
        <pc:cxnChg chg="add mod">
          <ac:chgData name="H. Shine" userId="fc27ff59f79380b6" providerId="LiveId" clId="{49B3E6E0-4B1E-4AD6-A829-DE648B7A64C9}" dt="2026-10-06T07:12:48.994" v="2917" actId="1076"/>
          <ac:cxnSpMkLst>
            <pc:docMk/>
            <pc:sldMk cId="1421474289" sldId="414"/>
            <ac:cxnSpMk id="409" creationId="{D9DAF7C1-18B0-5DAE-7607-046928A8F824}"/>
          </ac:cxnSpMkLst>
        </pc:cxnChg>
        <pc:cxnChg chg="add mod ord">
          <ac:chgData name="H. Shine" userId="fc27ff59f79380b6" providerId="LiveId" clId="{49B3E6E0-4B1E-4AD6-A829-DE648B7A64C9}" dt="2026-10-06T07:34:36.705" v="3068" actId="1035"/>
          <ac:cxnSpMkLst>
            <pc:docMk/>
            <pc:sldMk cId="1421474289" sldId="414"/>
            <ac:cxnSpMk id="410" creationId="{A6DFA15E-1FA8-CB18-CFB3-21D5952914DB}"/>
          </ac:cxnSpMkLst>
        </pc:cxnChg>
        <pc:cxnChg chg="add mod ord">
          <ac:chgData name="H. Shine" userId="fc27ff59f79380b6" providerId="LiveId" clId="{49B3E6E0-4B1E-4AD6-A829-DE648B7A64C9}" dt="2026-10-06T07:34:32.806" v="3064" actId="1035"/>
          <ac:cxnSpMkLst>
            <pc:docMk/>
            <pc:sldMk cId="1421474289" sldId="414"/>
            <ac:cxnSpMk id="414" creationId="{500F9161-0039-5B28-3DE2-6DDDBC150AD4}"/>
          </ac:cxnSpMkLst>
        </pc:cxnChg>
        <pc:cxnChg chg="add mod ord">
          <ac:chgData name="H. Shine" userId="fc27ff59f79380b6" providerId="LiveId" clId="{49B3E6E0-4B1E-4AD6-A829-DE648B7A64C9}" dt="2026-10-06T07:34:41.041" v="3073" actId="1038"/>
          <ac:cxnSpMkLst>
            <pc:docMk/>
            <pc:sldMk cId="1421474289" sldId="414"/>
            <ac:cxnSpMk id="415" creationId="{686D2D2E-5B77-1291-AC39-0BBF89C33801}"/>
          </ac:cxnSpMkLst>
        </pc:cxnChg>
        <pc:cxnChg chg="add mod ord">
          <ac:chgData name="H. Shine" userId="fc27ff59f79380b6" providerId="LiveId" clId="{49B3E6E0-4B1E-4AD6-A829-DE648B7A64C9}" dt="2026-10-06T07:34:44.984" v="3079" actId="1038"/>
          <ac:cxnSpMkLst>
            <pc:docMk/>
            <pc:sldMk cId="1421474289" sldId="414"/>
            <ac:cxnSpMk id="416" creationId="{D27E7FDD-F95A-7D10-8AB8-8D9A28532F42}"/>
          </ac:cxnSpMkLst>
        </pc:cxnChg>
        <pc:cxnChg chg="add mod">
          <ac:chgData name="H. Shine" userId="fc27ff59f79380b6" providerId="LiveId" clId="{49B3E6E0-4B1E-4AD6-A829-DE648B7A64C9}" dt="2026-10-06T07:37:32.210" v="3153" actId="1036"/>
          <ac:cxnSpMkLst>
            <pc:docMk/>
            <pc:sldMk cId="1421474289" sldId="414"/>
            <ac:cxnSpMk id="421" creationId="{2F66A77B-C86B-32B8-9511-FCAE222808CE}"/>
          </ac:cxnSpMkLst>
        </pc:cxnChg>
        <pc:cxnChg chg="add mod">
          <ac:chgData name="H. Shine" userId="fc27ff59f79380b6" providerId="LiveId" clId="{49B3E6E0-4B1E-4AD6-A829-DE648B7A64C9}" dt="2026-10-06T07:37:32.210" v="3153" actId="1036"/>
          <ac:cxnSpMkLst>
            <pc:docMk/>
            <pc:sldMk cId="1421474289" sldId="414"/>
            <ac:cxnSpMk id="424" creationId="{BEE0A1CA-1869-21D0-9759-380C2CF7BDEA}"/>
          </ac:cxnSpMkLst>
        </pc:cxnChg>
        <pc:cxnChg chg="add mod">
          <ac:chgData name="H. Shine" userId="fc27ff59f79380b6" providerId="LiveId" clId="{49B3E6E0-4B1E-4AD6-A829-DE648B7A64C9}" dt="2026-10-06T07:37:32.210" v="3153" actId="1036"/>
          <ac:cxnSpMkLst>
            <pc:docMk/>
            <pc:sldMk cId="1421474289" sldId="414"/>
            <ac:cxnSpMk id="425" creationId="{A1D800AF-1A12-F1F3-8DA1-C01CFCA5DC37}"/>
          </ac:cxnSpMkLst>
        </pc:cxnChg>
        <pc:cxnChg chg="add mod">
          <ac:chgData name="H. Shine" userId="fc27ff59f79380b6" providerId="LiveId" clId="{49B3E6E0-4B1E-4AD6-A829-DE648B7A64C9}" dt="2026-10-06T07:37:32.210" v="3153" actId="1036"/>
          <ac:cxnSpMkLst>
            <pc:docMk/>
            <pc:sldMk cId="1421474289" sldId="414"/>
            <ac:cxnSpMk id="426" creationId="{E6BD2482-467D-B886-5E6B-75BD1CA4B5F7}"/>
          </ac:cxnSpMkLst>
        </pc:cxnChg>
      </pc:sldChg>
      <pc:sldChg chg="delSp modSp add mod">
        <pc:chgData name="H. Shine" userId="fc27ff59f79380b6" providerId="LiveId" clId="{49B3E6E0-4B1E-4AD6-A829-DE648B7A64C9}" dt="2026-10-07T02:56:19.637" v="3397" actId="1076"/>
        <pc:sldMkLst>
          <pc:docMk/>
          <pc:sldMk cId="1731982560" sldId="414"/>
        </pc:sldMkLst>
        <pc:spChg chg="mod">
          <ac:chgData name="H. Shine" userId="fc27ff59f79380b6" providerId="LiveId" clId="{49B3E6E0-4B1E-4AD6-A829-DE648B7A64C9}" dt="2026-10-07T02:56:15.258" v="3394" actId="20577"/>
          <ac:spMkLst>
            <pc:docMk/>
            <pc:sldMk cId="1731982560" sldId="414"/>
            <ac:spMk id="4" creationId="{422CBFAE-700D-99EF-9242-DB6463B36E60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13" creationId="{0A0E5B15-1024-7AF0-0ABE-E09732A213EA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49" creationId="{7ECC341C-697F-B696-149E-E22405BEFEB8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65" creationId="{8A83EAAA-653D-9655-2229-A074065A1638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68" creationId="{4C2B7E19-0910-BFBA-ABCC-8B4AE2CD6925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212" creationId="{C4325B5A-8974-7164-0D15-6E182677F76D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214" creationId="{4C239185-5126-B248-2640-F09CCE6EAE7F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221" creationId="{8109306A-064C-A6E5-C338-8042DF410731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304" creationId="{B30CDE02-CFF7-B64E-DCD2-1D1D92B96165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323" creationId="{CB6F6582-3719-A48A-DFD1-F7D5625691AB}"/>
          </ac:spMkLst>
        </pc:spChg>
        <pc:spChg chg="del">
          <ac:chgData name="H. Shine" userId="fc27ff59f79380b6" providerId="LiveId" clId="{49B3E6E0-4B1E-4AD6-A829-DE648B7A64C9}" dt="2026-10-07T02:56:13.283" v="3392" actId="478"/>
          <ac:spMkLst>
            <pc:docMk/>
            <pc:sldMk cId="1731982560" sldId="414"/>
            <ac:spMk id="333" creationId="{7A7E2B9D-6AB3-B4DA-994D-D1E1FDF1D7DB}"/>
          </ac:spMkLst>
        </pc:spChg>
        <pc:picChg chg="mod">
          <ac:chgData name="H. Shine" userId="fc27ff59f79380b6" providerId="LiveId" clId="{49B3E6E0-4B1E-4AD6-A829-DE648B7A64C9}" dt="2026-10-07T02:56:19.637" v="3397" actId="1076"/>
          <ac:picMkLst>
            <pc:docMk/>
            <pc:sldMk cId="1731982560" sldId="414"/>
            <ac:picMk id="7" creationId="{299B270B-4A3A-2E67-A027-4A35A195F24C}"/>
          </ac:picMkLst>
        </pc:picChg>
      </pc:sldChg>
      <pc:sldChg chg="addSp delSp modSp add mod">
        <pc:chgData name="H. Shine" userId="fc27ff59f79380b6" providerId="LiveId" clId="{49B3E6E0-4B1E-4AD6-A829-DE648B7A64C9}" dt="2026-10-07T02:56:49.407" v="3417"/>
        <pc:sldMkLst>
          <pc:docMk/>
          <pc:sldMk cId="2107213720" sldId="415"/>
        </pc:sldMkLst>
        <pc:spChg chg="mod">
          <ac:chgData name="H. Shine" userId="fc27ff59f79380b6" providerId="LiveId" clId="{49B3E6E0-4B1E-4AD6-A829-DE648B7A64C9}" dt="2026-10-07T02:56:47.280" v="3411"/>
          <ac:spMkLst>
            <pc:docMk/>
            <pc:sldMk cId="2107213720" sldId="415"/>
            <ac:spMk id="4" creationId="{BBADA37E-3703-4DD0-BD6B-5DB045A09AD3}"/>
          </ac:spMkLst>
        </pc:spChg>
        <pc:spChg chg="mod">
          <ac:chgData name="H. Shine" userId="fc27ff59f79380b6" providerId="LiveId" clId="{49B3E6E0-4B1E-4AD6-A829-DE648B7A64C9}" dt="2026-10-07T02:56:49.407" v="3417"/>
          <ac:spMkLst>
            <pc:docMk/>
            <pc:sldMk cId="2107213720" sldId="415"/>
            <ac:spMk id="5" creationId="{7260F8F1-4F5F-300A-E292-1E1357A368F8}"/>
          </ac:spMkLst>
        </pc:spChg>
        <pc:picChg chg="del">
          <ac:chgData name="H. Shine" userId="fc27ff59f79380b6" providerId="LiveId" clId="{49B3E6E0-4B1E-4AD6-A829-DE648B7A64C9}" dt="2026-10-07T02:56:39.240" v="3399" actId="478"/>
          <ac:picMkLst>
            <pc:docMk/>
            <pc:sldMk cId="2107213720" sldId="415"/>
            <ac:picMk id="7" creationId="{753A9772-B3AC-72AE-8E9C-FC4881969E92}"/>
          </ac:picMkLst>
        </pc:picChg>
        <pc:picChg chg="add mod">
          <ac:chgData name="H. Shine" userId="fc27ff59f79380b6" providerId="LiveId" clId="{49B3E6E0-4B1E-4AD6-A829-DE648B7A64C9}" dt="2026-10-07T02:56:42.938" v="3402" actId="1076"/>
          <ac:picMkLst>
            <pc:docMk/>
            <pc:sldMk cId="2107213720" sldId="415"/>
            <ac:picMk id="8" creationId="{63713765-68D8-382A-FDFD-C5ABBB841A21}"/>
          </ac:picMkLst>
        </pc:picChg>
      </pc:sldChg>
      <pc:sldChg chg="addSp delSp modSp add mod">
        <pc:chgData name="H. Shine" userId="fc27ff59f79380b6" providerId="LiveId" clId="{49B3E6E0-4B1E-4AD6-A829-DE648B7A64C9}" dt="2026-10-07T02:58:35.583" v="3494" actId="1076"/>
        <pc:sldMkLst>
          <pc:docMk/>
          <pc:sldMk cId="233919516" sldId="416"/>
        </pc:sldMkLst>
        <pc:spChg chg="mod">
          <ac:chgData name="H. Shine" userId="fc27ff59f79380b6" providerId="LiveId" clId="{49B3E6E0-4B1E-4AD6-A829-DE648B7A64C9}" dt="2026-10-07T02:57:24.678" v="3433" actId="20577"/>
          <ac:spMkLst>
            <pc:docMk/>
            <pc:sldMk cId="233919516" sldId="416"/>
            <ac:spMk id="4" creationId="{9550191F-309D-66E6-886E-B1E3C8229462}"/>
          </ac:spMkLst>
        </pc:spChg>
        <pc:spChg chg="mod">
          <ac:chgData name="H. Shine" userId="fc27ff59f79380b6" providerId="LiveId" clId="{49B3E6E0-4B1E-4AD6-A829-DE648B7A64C9}" dt="2026-10-07T02:57:35.266" v="3478"/>
          <ac:spMkLst>
            <pc:docMk/>
            <pc:sldMk cId="233919516" sldId="416"/>
            <ac:spMk id="5" creationId="{5C93713A-0B8D-BAA0-55B5-2BCD4171371C}"/>
          </ac:spMkLst>
        </pc:spChg>
        <pc:picChg chg="add mod">
          <ac:chgData name="H. Shine" userId="fc27ff59f79380b6" providerId="LiveId" clId="{49B3E6E0-4B1E-4AD6-A829-DE648B7A64C9}" dt="2026-10-07T02:58:35.583" v="3494" actId="1076"/>
          <ac:picMkLst>
            <pc:docMk/>
            <pc:sldMk cId="233919516" sldId="416"/>
            <ac:picMk id="7" creationId="{D8C21962-5CA3-6480-27FA-C3FE466D7932}"/>
          </ac:picMkLst>
        </pc:picChg>
        <pc:picChg chg="del">
          <ac:chgData name="H. Shine" userId="fc27ff59f79380b6" providerId="LiveId" clId="{49B3E6E0-4B1E-4AD6-A829-DE648B7A64C9}" dt="2026-10-07T02:57:14.096" v="3422" actId="478"/>
          <ac:picMkLst>
            <pc:docMk/>
            <pc:sldMk cId="233919516" sldId="416"/>
            <ac:picMk id="8" creationId="{30F43412-9892-81D4-17DD-B05F1C871C3D}"/>
          </ac:picMkLst>
        </pc:picChg>
        <pc:picChg chg="add del mod">
          <ac:chgData name="H. Shine" userId="fc27ff59f79380b6" providerId="LiveId" clId="{49B3E6E0-4B1E-4AD6-A829-DE648B7A64C9}" dt="2026-10-07T02:58:34.751" v="3493" actId="22"/>
          <ac:picMkLst>
            <pc:docMk/>
            <pc:sldMk cId="233919516" sldId="416"/>
            <ac:picMk id="10" creationId="{C2A4E5E6-47AA-EECF-0E63-2841AB74A7D1}"/>
          </ac:picMkLst>
        </pc:picChg>
      </pc:sldChg>
      <pc:sldChg chg="addSp delSp modSp add mod">
        <pc:chgData name="H. Shine" userId="fc27ff59f79380b6" providerId="LiveId" clId="{49B3E6E0-4B1E-4AD6-A829-DE648B7A64C9}" dt="2026-10-07T02:58:38.735" v="3497" actId="20577"/>
        <pc:sldMkLst>
          <pc:docMk/>
          <pc:sldMk cId="1200595620" sldId="417"/>
        </pc:sldMkLst>
        <pc:spChg chg="mod">
          <ac:chgData name="H. Shine" userId="fc27ff59f79380b6" providerId="LiveId" clId="{49B3E6E0-4B1E-4AD6-A829-DE648B7A64C9}" dt="2026-10-07T02:58:38.735" v="3497" actId="20577"/>
          <ac:spMkLst>
            <pc:docMk/>
            <pc:sldMk cId="1200595620" sldId="417"/>
            <ac:spMk id="4" creationId="{A3C44918-B352-96C7-4BF8-FDFC310AD8D2}"/>
          </ac:spMkLst>
        </pc:spChg>
        <pc:picChg chg="add mod">
          <ac:chgData name="H. Shine" userId="fc27ff59f79380b6" providerId="LiveId" clId="{49B3E6E0-4B1E-4AD6-A829-DE648B7A64C9}" dt="2026-10-07T02:57:56.905" v="3484" actId="1076"/>
          <ac:picMkLst>
            <pc:docMk/>
            <pc:sldMk cId="1200595620" sldId="417"/>
            <ac:picMk id="7" creationId="{27FAEEBE-8E56-B69E-FFDD-61F074542981}"/>
          </ac:picMkLst>
        </pc:picChg>
        <pc:picChg chg="del">
          <ac:chgData name="H. Shine" userId="fc27ff59f79380b6" providerId="LiveId" clId="{49B3E6E0-4B1E-4AD6-A829-DE648B7A64C9}" dt="2026-10-07T02:57:11.472" v="3421" actId="478"/>
          <ac:picMkLst>
            <pc:docMk/>
            <pc:sldMk cId="1200595620" sldId="417"/>
            <ac:picMk id="8" creationId="{B17A993C-22FE-C5A0-01B3-5B619879F283}"/>
          </ac:picMkLst>
        </pc:picChg>
      </pc:sldChg>
      <pc:sldChg chg="addSp delSp modSp add mod">
        <pc:chgData name="H. Shine" userId="fc27ff59f79380b6" providerId="LiveId" clId="{49B3E6E0-4B1E-4AD6-A829-DE648B7A64C9}" dt="2026-10-07T02:58:51.172" v="3510"/>
        <pc:sldMkLst>
          <pc:docMk/>
          <pc:sldMk cId="2809451194" sldId="418"/>
        </pc:sldMkLst>
        <pc:spChg chg="mod">
          <ac:chgData name="H. Shine" userId="fc27ff59f79380b6" providerId="LiveId" clId="{49B3E6E0-4B1E-4AD6-A829-DE648B7A64C9}" dt="2026-10-07T02:58:48.933" v="3506" actId="20577"/>
          <ac:spMkLst>
            <pc:docMk/>
            <pc:sldMk cId="2809451194" sldId="418"/>
            <ac:spMk id="4" creationId="{95AF4B2F-558D-2AB4-5149-ECCE8D5B3BD3}"/>
          </ac:spMkLst>
        </pc:spChg>
        <pc:spChg chg="mod">
          <ac:chgData name="H. Shine" userId="fc27ff59f79380b6" providerId="LiveId" clId="{49B3E6E0-4B1E-4AD6-A829-DE648B7A64C9}" dt="2026-10-07T02:58:51.172" v="3510"/>
          <ac:spMkLst>
            <pc:docMk/>
            <pc:sldMk cId="2809451194" sldId="418"/>
            <ac:spMk id="5" creationId="{8BF93B56-9018-A8D3-2E6B-9C85A585659B}"/>
          </ac:spMkLst>
        </pc:spChg>
        <pc:picChg chg="add mod">
          <ac:chgData name="H. Shine" userId="fc27ff59f79380b6" providerId="LiveId" clId="{49B3E6E0-4B1E-4AD6-A829-DE648B7A64C9}" dt="2026-10-07T02:58:46.443" v="3501" actId="1076"/>
          <ac:picMkLst>
            <pc:docMk/>
            <pc:sldMk cId="2809451194" sldId="418"/>
            <ac:picMk id="7" creationId="{4B783D92-78DF-2767-2E4F-DAC76D43AC86}"/>
          </ac:picMkLst>
        </pc:picChg>
        <pc:picChg chg="del">
          <ac:chgData name="H. Shine" userId="fc27ff59f79380b6" providerId="LiveId" clId="{49B3E6E0-4B1E-4AD6-A829-DE648B7A64C9}" dt="2026-10-07T02:58:40.715" v="3498" actId="478"/>
          <ac:picMkLst>
            <pc:docMk/>
            <pc:sldMk cId="2809451194" sldId="418"/>
            <ac:picMk id="8" creationId="{80B2DA29-E459-51A9-634E-9DF445C5E78C}"/>
          </ac:picMkLst>
        </pc:picChg>
      </pc:sldChg>
    </pc:docChg>
  </pc:docChgLst>
  <pc:docChgLst>
    <pc:chgData name="H. Shine" userId="fc27ff59f79380b6" providerId="LiveId" clId="{727D2BB6-718A-5CC8-AEE7-01241D467CEF}"/>
    <pc:docChg chg="undo custSel addSld delSld modSld sldOrd">
      <pc:chgData name="H. Shine" userId="fc27ff59f79380b6" providerId="LiveId" clId="{727D2BB6-718A-5CC8-AEE7-01241D467CEF}" dt="2026-10-06T08:52:55.646" v="1782" actId="1076"/>
      <pc:docMkLst>
        <pc:docMk/>
      </pc:docMkLst>
      <pc:sldChg chg="modSp mod">
        <pc:chgData name="H. Shine" userId="fc27ff59f79380b6" providerId="LiveId" clId="{727D2BB6-718A-5CC8-AEE7-01241D467CEF}" dt="2026-09-23T06:00:12.580" v="1774" actId="20577"/>
        <pc:sldMkLst>
          <pc:docMk/>
          <pc:sldMk cId="1619921417" sldId="256"/>
        </pc:sldMkLst>
        <pc:spChg chg="mod">
          <ac:chgData name="H. Shine" userId="fc27ff59f79380b6" providerId="LiveId" clId="{727D2BB6-718A-5CC8-AEE7-01241D467CEF}" dt="2026-09-23T05:16:38.373" v="1772" actId="20577"/>
          <ac:spMkLst>
            <pc:docMk/>
            <pc:sldMk cId="1619921417" sldId="256"/>
            <ac:spMk id="2" creationId="{49ECD174-10B3-A233-9B16-EF4C324B0B7A}"/>
          </ac:spMkLst>
        </pc:spChg>
        <pc:spChg chg="mod">
          <ac:chgData name="H. Shine" userId="fc27ff59f79380b6" providerId="LiveId" clId="{727D2BB6-718A-5CC8-AEE7-01241D467CEF}" dt="2026-09-23T06:00:12.580" v="1774" actId="20577"/>
          <ac:spMkLst>
            <pc:docMk/>
            <pc:sldMk cId="1619921417" sldId="256"/>
            <ac:spMk id="4" creationId="{986E41AB-95C1-5582-9161-167D561066F5}"/>
          </ac:spMkLst>
        </pc:spChg>
      </pc:sldChg>
      <pc:sldChg chg="addSp delSp modSp add mod">
        <pc:chgData name="H. Shine" userId="fc27ff59f79380b6" providerId="LiveId" clId="{727D2BB6-718A-5CC8-AEE7-01241D467CEF}" dt="2026-09-08T08:13:00.896" v="264"/>
        <pc:sldMkLst>
          <pc:docMk/>
          <pc:sldMk cId="2128394541" sldId="394"/>
        </pc:sldMkLst>
        <pc:spChg chg="mod">
          <ac:chgData name="H. Shine" userId="fc27ff59f79380b6" providerId="LiveId" clId="{727D2BB6-718A-5CC8-AEE7-01241D467CEF}" dt="2026-09-08T08:12:58.211" v="261" actId="20577"/>
          <ac:spMkLst>
            <pc:docMk/>
            <pc:sldMk cId="2128394541" sldId="394"/>
            <ac:spMk id="5" creationId="{097E4037-9F5D-AA07-675D-5B93B763BA2E}"/>
          </ac:spMkLst>
        </pc:spChg>
        <pc:picChg chg="add mod">
          <ac:chgData name="H. Shine" userId="fc27ff59f79380b6" providerId="LiveId" clId="{727D2BB6-718A-5CC8-AEE7-01241D467CEF}" dt="2026-09-08T08:12:45.292" v="237" actId="14100"/>
          <ac:picMkLst>
            <pc:docMk/>
            <pc:sldMk cId="2128394541" sldId="394"/>
            <ac:picMk id="7" creationId="{486DBD95-8B49-00C9-64A3-17D7FF498146}"/>
          </ac:picMkLst>
        </pc:picChg>
        <pc:picChg chg="add mod">
          <ac:chgData name="H. Shine" userId="fc27ff59f79380b6" providerId="LiveId" clId="{727D2BB6-718A-5CC8-AEE7-01241D467CEF}" dt="2026-09-08T08:12:49.169" v="239" actId="1076"/>
          <ac:picMkLst>
            <pc:docMk/>
            <pc:sldMk cId="2128394541" sldId="394"/>
            <ac:picMk id="8" creationId="{AEEBBD8D-F9B6-94E0-26F8-699F3DFF1590}"/>
          </ac:picMkLst>
        </pc:picChg>
      </pc:sldChg>
      <pc:sldChg chg="addSp delSp modSp add mod">
        <pc:chgData name="H. Shine" userId="fc27ff59f79380b6" providerId="LiveId" clId="{727D2BB6-718A-5CC8-AEE7-01241D467CEF}" dt="2026-09-08T08:14:32.944" v="467" actId="1076"/>
        <pc:sldMkLst>
          <pc:docMk/>
          <pc:sldMk cId="1139044376" sldId="395"/>
        </pc:sldMkLst>
        <pc:spChg chg="mod">
          <ac:chgData name="H. Shine" userId="fc27ff59f79380b6" providerId="LiveId" clId="{727D2BB6-718A-5CC8-AEE7-01241D467CEF}" dt="2026-09-08T08:14:29.696" v="464" actId="20577"/>
          <ac:spMkLst>
            <pc:docMk/>
            <pc:sldMk cId="1139044376" sldId="395"/>
            <ac:spMk id="5" creationId="{4F0788C6-5D5E-F5A6-790A-33AF029F223D}"/>
          </ac:spMkLst>
        </pc:spChg>
        <pc:picChg chg="add mod">
          <ac:chgData name="H. Shine" userId="fc27ff59f79380b6" providerId="LiveId" clId="{727D2BB6-718A-5CC8-AEE7-01241D467CEF}" dt="2026-09-08T08:14:32.944" v="467" actId="1076"/>
          <ac:picMkLst>
            <pc:docMk/>
            <pc:sldMk cId="1139044376" sldId="395"/>
            <ac:picMk id="6" creationId="{AC25EBB9-AE1F-F80B-A8DE-B740F21E5CF0}"/>
          </ac:picMkLst>
        </pc:picChg>
      </pc:sldChg>
      <pc:sldChg chg="modSp mod">
        <pc:chgData name="H. Shine" userId="fc27ff59f79380b6" providerId="LiveId" clId="{727D2BB6-718A-5CC8-AEE7-01241D467CEF}" dt="2026-10-06T08:52:55.646" v="1782" actId="1076"/>
        <pc:sldMkLst>
          <pc:docMk/>
          <pc:sldMk cId="1652007512" sldId="406"/>
        </pc:sldMkLst>
        <pc:picChg chg="mod">
          <ac:chgData name="H. Shine" userId="fc27ff59f79380b6" providerId="LiveId" clId="{727D2BB6-718A-5CC8-AEE7-01241D467CEF}" dt="2026-10-06T08:52:55.646" v="1782" actId="1076"/>
          <ac:picMkLst>
            <pc:docMk/>
            <pc:sldMk cId="1652007512" sldId="406"/>
            <ac:picMk id="8" creationId="{03E007CA-99FD-7CB6-1348-2F67A9C20399}"/>
          </ac:picMkLst>
        </pc:picChg>
      </pc:sldChg>
      <pc:sldChg chg="addSp delSp modSp mod">
        <pc:chgData name="H. Shine" userId="fc27ff59f79380b6" providerId="LiveId" clId="{727D2BB6-718A-5CC8-AEE7-01241D467CEF}" dt="2026-09-23T08:52:05.063" v="1780" actId="14100"/>
        <pc:sldMkLst>
          <pc:docMk/>
          <pc:sldMk cId="3985580659" sldId="407"/>
        </pc:sldMkLst>
        <pc:picChg chg="add mod">
          <ac:chgData name="H. Shine" userId="fc27ff59f79380b6" providerId="LiveId" clId="{727D2BB6-718A-5CC8-AEE7-01241D467CEF}" dt="2026-09-23T08:52:05.063" v="1780" actId="14100"/>
          <ac:picMkLst>
            <pc:docMk/>
            <pc:sldMk cId="3985580659" sldId="407"/>
            <ac:picMk id="6" creationId="{10CC6AFB-F4B4-5914-2E82-EF7B7398F986}"/>
          </ac:picMkLst>
        </pc:picChg>
      </pc:sldChg>
      <pc:sldChg chg="addSp delSp modSp add mod ord">
        <pc:chgData name="H. Shine" userId="fc27ff59f79380b6" providerId="LiveId" clId="{727D2BB6-718A-5CC8-AEE7-01241D467CEF}" dt="2026-09-23T04:57:31.664" v="1768" actId="20578"/>
        <pc:sldMkLst>
          <pc:docMk/>
          <pc:sldMk cId="3873916003" sldId="410"/>
        </pc:sldMkLst>
        <pc:spChg chg="mod">
          <ac:chgData name="H. Shine" userId="fc27ff59f79380b6" providerId="LiveId" clId="{727D2BB6-718A-5CC8-AEE7-01241D467CEF}" dt="2026-09-23T04:56:54.748" v="1755" actId="113"/>
          <ac:spMkLst>
            <pc:docMk/>
            <pc:sldMk cId="3873916003" sldId="410"/>
            <ac:spMk id="5" creationId="{E9112DBD-C8FF-E79C-5C1D-FCB7C91E287C}"/>
          </ac:spMkLst>
        </pc:spChg>
        <pc:picChg chg="add mod">
          <ac:chgData name="H. Shine" userId="fc27ff59f79380b6" providerId="LiveId" clId="{727D2BB6-718A-5CC8-AEE7-01241D467CEF}" dt="2026-09-23T04:43:35.917" v="1699" actId="1076"/>
          <ac:picMkLst>
            <pc:docMk/>
            <pc:sldMk cId="3873916003" sldId="410"/>
            <ac:picMk id="15" creationId="{3ED1AEBE-9A62-418A-D89A-95435E10E46F}"/>
          </ac:picMkLst>
        </pc:picChg>
      </pc:sldChg>
      <pc:sldChg chg="delSp modSp add mod">
        <pc:chgData name="H. Shine" userId="fc27ff59f79380b6" providerId="LiveId" clId="{727D2BB6-718A-5CC8-AEE7-01241D467CEF}" dt="2026-09-23T04:35:32.701" v="1270" actId="20577"/>
        <pc:sldMkLst>
          <pc:docMk/>
          <pc:sldMk cId="3551479279" sldId="411"/>
        </pc:sldMkLst>
        <pc:spChg chg="mod">
          <ac:chgData name="H. Shine" userId="fc27ff59f79380b6" providerId="LiveId" clId="{727D2BB6-718A-5CC8-AEE7-01241D467CEF}" dt="2026-09-23T04:35:32.701" v="1270" actId="20577"/>
          <ac:spMkLst>
            <pc:docMk/>
            <pc:sldMk cId="3551479279" sldId="411"/>
            <ac:spMk id="5" creationId="{52353EED-4A62-7636-AD86-9D08ECFD72F1}"/>
          </ac:spMkLst>
        </pc:spChg>
      </pc:sldChg>
      <pc:sldChg chg="addSp modSp add mod">
        <pc:chgData name="H. Shine" userId="fc27ff59f79380b6" providerId="LiveId" clId="{727D2BB6-718A-5CC8-AEE7-01241D467CEF}" dt="2026-09-23T04:57:20.975" v="1767" actId="1076"/>
        <pc:sldMkLst>
          <pc:docMk/>
          <pc:sldMk cId="3861609375" sldId="412"/>
        </pc:sldMkLst>
        <pc:spChg chg="mod">
          <ac:chgData name="H. Shine" userId="fc27ff59f79380b6" providerId="LiveId" clId="{727D2BB6-718A-5CC8-AEE7-01241D467CEF}" dt="2026-09-23T04:57:19.331" v="1766" actId="20577"/>
          <ac:spMkLst>
            <pc:docMk/>
            <pc:sldMk cId="3861609375" sldId="412"/>
            <ac:spMk id="5" creationId="{EA288A50-B68A-0808-7743-A1C96B66E18F}"/>
          </ac:spMkLst>
        </pc:spChg>
        <pc:picChg chg="add mod">
          <ac:chgData name="H. Shine" userId="fc27ff59f79380b6" providerId="LiveId" clId="{727D2BB6-718A-5CC8-AEE7-01241D467CEF}" dt="2026-09-23T04:57:20.975" v="1767" actId="1076"/>
          <ac:picMkLst>
            <pc:docMk/>
            <pc:sldMk cId="3861609375" sldId="412"/>
            <ac:picMk id="6" creationId="{85C1CBB0-5F48-2B11-3A32-2F897365B8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1C8C9-373A-574A-9755-80D04E77005E}" type="datetimeFigureOut">
              <a:rPr kumimoji="1" lang="zh-CN" altLang="en-US" smtClean="0"/>
              <a:t>2026/10/6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62D5B-0E32-3D49-B207-A22F47C1AA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740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2D5B-0E32-3D49-B207-A22F47C1AAF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0627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2D5B-0E32-3D49-B207-A22F47C1AAF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222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ECC5-4122-734F-B1A1-0BA1610D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8CCCFB-F5DC-2641-D7AD-9696CD2E7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ABEA87-16D3-B4BF-B5D8-58B5E95ED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CAC308-807F-4B88-051D-EF28B2923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2D5B-0E32-3D49-B207-A22F47C1AAFC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477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8951E-F6A5-A5AD-E509-975DCD93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965E87-AACA-920A-2607-382BEEB1C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64C616-B153-DDEB-FC4F-F2B7BDB3D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3DCA17-3E84-12AF-6062-4FC289BE6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2D5B-0E32-3D49-B207-A22F47C1AAFC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5729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153D-020D-D017-B541-0437C6B7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1ED398-DDF0-615B-4126-8773DC8C5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5A95E0-E7CE-FC6B-1C3B-33E1C8B07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BCD31-C2CD-1945-5B17-C5B2A05DB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762D5B-0E32-3D49-B207-A22F47C1AAFC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2629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3924D012-9870-8CCD-327D-D71619480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1919814"/>
            <a:ext cx="10800000" cy="720000"/>
          </a:xfrm>
        </p:spPr>
        <p:txBody>
          <a:bodyPr anchor="ctr"/>
          <a:lstStyle>
            <a:lvl1pPr algn="ctr">
              <a:lnSpc>
                <a:spcPct val="100000"/>
              </a:lnSpc>
              <a:defRPr sz="4400">
                <a:latin typeface="+mn-lt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副标题 2">
            <a:extLst>
              <a:ext uri="{FF2B5EF4-FFF2-40B4-BE49-F238E27FC236}">
                <a16:creationId xmlns:a16="http://schemas.microsoft.com/office/drawing/2014/main" id="{129AA503-B0A9-9931-7E36-E2ECA53A1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000" y="2999814"/>
            <a:ext cx="8640000" cy="360000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sz="280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C5547B0-9B5F-C147-C120-6BA50F5B56F8}"/>
              </a:ext>
            </a:extLst>
          </p:cNvPr>
          <p:cNvSpPr/>
          <p:nvPr/>
        </p:nvSpPr>
        <p:spPr>
          <a:xfrm>
            <a:off x="1596000" y="2639814"/>
            <a:ext cx="9000000" cy="108000"/>
          </a:xfrm>
          <a:prstGeom prst="rect">
            <a:avLst/>
          </a:prstGeom>
          <a:solidFill>
            <a:srgbClr val="B301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644168D-C717-FB2E-66E3-EFB6C811121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4358352"/>
            <a:ext cx="4320000" cy="369332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indent="0" algn="r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lang="zh-CN" altLang="en-US" sz="2400" b="0" smtClean="0">
                <a:solidFill>
                  <a:prstClr val="black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marR="0" lvl="0" indent="-228600" defTabSz="453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2269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>
            <a:extLst>
              <a:ext uri="{FF2B5EF4-FFF2-40B4-BE49-F238E27FC236}">
                <a16:creationId xmlns:a16="http://schemas.microsoft.com/office/drawing/2014/main" id="{D3C09576-93C5-73E0-8669-5F4672A66030}"/>
              </a:ext>
            </a:extLst>
          </p:cNvPr>
          <p:cNvSpPr/>
          <p:nvPr/>
        </p:nvSpPr>
        <p:spPr>
          <a:xfrm>
            <a:off x="388880" y="874599"/>
            <a:ext cx="10800000" cy="9000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10000">
                <a:srgbClr val="C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楷体"/>
              <a:cs typeface="+mn-cs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101C61-3147-A619-EB69-D997B220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EEC669C-3A94-5645-80F3-ED04B501DFEC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99EF7B-0F9F-9E03-FEEF-5C8F46E4E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0" y="294643"/>
            <a:ext cx="10800000" cy="576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600" b="1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0248BAD-5CEF-29F5-03F5-829A860B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2" y="1230122"/>
            <a:ext cx="10800000" cy="369332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lang="zh-CN" altLang="en-US" sz="2400" b="1" smtClean="0">
                <a:solidFill>
                  <a:prstClr val="black"/>
                </a:solidFill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marR="0" lvl="0" indent="-228600" defTabSz="453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D5A4AA-F19D-7F43-9D71-02767D898C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0537802" cy="276999"/>
          </a:xfrm>
          <a:noFill/>
        </p:spPr>
        <p:txBody>
          <a:bodyPr vert="horz" wrap="square" lIns="0" tIns="0" rIns="0" bIns="0" rtlCol="0">
            <a:spAutoFit/>
          </a:bodyPr>
          <a:lstStyle>
            <a:lvl1pPr marL="0" indent="0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  <a:defRPr lang="zh-CN" altLang="en-US" sz="1800" b="0" smtClean="0">
                <a:solidFill>
                  <a:prstClr val="black"/>
                </a:solidFill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marR="0" lvl="0" indent="-228600" defTabSz="4536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8951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F2B8F47-0096-BB81-B056-6C317A91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EEC669C-3A94-5645-80F3-ED04B501DFEC}" type="slidenum">
              <a:rPr lang="en-CN" smtClean="0"/>
              <a:pPr/>
              <a:t>‹#›</a:t>
            </a:fld>
            <a:endParaRPr lang="en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D07EAB-3680-170C-BC1E-FC05937C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880" y="294643"/>
            <a:ext cx="10800000" cy="576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600" b="1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215259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30967A-9E52-AB27-299B-A5F95623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0EEC669C-3A94-5645-80F3-ED04B501DFEC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739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4959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204CA-67D8-B744-A69E-0B962747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4C0BE-D8A6-A244-AF4C-D8F130B1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9184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EC906-206E-0A4F-8C55-7A5499908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125"/>
            <a:ext cx="36000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600" b="1">
                <a:solidFill>
                  <a:srgbClr val="C00000"/>
                </a:solidFill>
                <a:latin typeface="Times New Roman" panose="02020603050405020304" pitchFamily="18" charset="0"/>
                <a:ea typeface="FangSong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fld id="{0EEC669C-3A94-5645-80F3-ED04B501DFEC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2739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4" r:id="rId3"/>
    <p:sldLayoutId id="2147483665" r:id="rId4"/>
    <p:sldLayoutId id="214748366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CN" sz="4400" b="1" kern="1200" baseline="0" dirty="0">
          <a:solidFill>
            <a:schemeClr val="tx1"/>
          </a:solidFill>
          <a:latin typeface="Calibri" panose="020F0502020204030204" pitchFamily="34" charset="0"/>
          <a:ea typeface="楷体" panose="02010609060101010101" pitchFamily="49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CD174-10B3-A233-9B16-EF4C324B0B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CIM</a:t>
            </a:r>
            <a:r>
              <a:rPr kumimoji="1" lang="zh-CN" altLang="en-US"/>
              <a:t> </a:t>
            </a:r>
            <a:r>
              <a:rPr kumimoji="1" lang="en-US" altLang="zh-CN"/>
              <a:t>Roofline</a:t>
            </a:r>
            <a:r>
              <a:rPr kumimoji="1" lang="zh-CN" altLang="en-US"/>
              <a:t> 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795EDB-880E-5C16-E53C-473F73C87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/>
              <a:t>ISCAS</a:t>
            </a:r>
            <a:r>
              <a:rPr kumimoji="1" lang="zh-CN" altLang="en-US"/>
              <a:t> </a:t>
            </a:r>
            <a:r>
              <a:rPr kumimoji="1" lang="en-US" altLang="zh-CN"/>
              <a:t>27</a:t>
            </a:r>
            <a:endParaRPr kumimoji="1"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6E41AB-95C1-5582-9161-167D561066F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0" y="4358352"/>
            <a:ext cx="4320000" cy="1159292"/>
          </a:xfrm>
        </p:spPr>
        <p:txBody>
          <a:bodyPr/>
          <a:lstStyle/>
          <a:p>
            <a:r>
              <a:rPr kumimoji="1" lang="zh-CN" altLang="en-US"/>
              <a:t>邵瀚雍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en-US" altLang="zh-CN"/>
              <a:t>2026</a:t>
            </a:r>
            <a:r>
              <a:rPr kumimoji="1" lang="zh-CN" altLang="en-US"/>
              <a:t>年</a:t>
            </a:r>
            <a:r>
              <a:rPr kumimoji="1" lang="en-US" altLang="zh-CN"/>
              <a:t>9</a:t>
            </a:r>
            <a:r>
              <a:rPr kumimoji="1" lang="zh-CN" altLang="en-US"/>
              <a:t>月</a:t>
            </a:r>
            <a:r>
              <a:rPr kumimoji="1" lang="en-US" altLang="zh-CN"/>
              <a:t>23</a:t>
            </a:r>
            <a:r>
              <a:rPr kumimoji="1" lang="zh-CN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619921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0EA3-D710-D609-AE90-C2C7F3D2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A27B0A-0971-2A1C-4DD8-2DAE8F73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B43C732-6222-0D33-66C4-0F06A2A9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4C4292A-00AF-89A9-47AE-A42F32DB06C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28443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ISCAS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今年不是双盲评审</a:t>
            </a: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论文长度：最多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页，其中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4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页为技术内容，包括文本、图表和参考文献（如有），另有一页可选的第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5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页仅包含参考文献</a:t>
            </a: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DDL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~2026/10/14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国内下午时间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核心：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 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将一类操作数保存为计算状态，另一类操作数流过该状态完成计算。因此，性能不仅取决于流式求值能力，还取决于驻留状态建立和更新的代价，以及该代价被多少流式工作所摊销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题目：存算一体架构的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Roofline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模型？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31936-B8FC-A114-96B6-11556860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会议情况</a:t>
            </a:r>
          </a:p>
        </p:txBody>
      </p:sp>
    </p:spTree>
    <p:extLst>
      <p:ext uri="{BB962C8B-B14F-4D97-AF65-F5344CB8AC3E}">
        <p14:creationId xmlns:p14="http://schemas.microsoft.com/office/powerpoint/2010/main" val="169439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DD7E0-5B91-4E8F-3C39-231799D3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9EB6C9-A7B2-4BD9-CC37-4CD3BAFA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00CFE2-9D83-021D-D4A9-FEFA2805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D44965C-E949-7CE1-DCFE-1185A048900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题目：存算一体架构的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Roofline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模型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C0E3AC-03A4-7CF3-1112-EB7DFA38E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论文的整体结构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57D2015-5D19-5765-418C-7B4BE2849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077683"/>
              </p:ext>
            </p:extLst>
          </p:nvPr>
        </p:nvGraphicFramePr>
        <p:xfrm>
          <a:off x="696000" y="2702877"/>
          <a:ext cx="11186160" cy="3549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3643538404"/>
                    </a:ext>
                  </a:extLst>
                </a:gridCol>
                <a:gridCol w="5554980">
                  <a:extLst>
                    <a:ext uri="{9D8B030D-6E8A-4147-A177-3AD203B41FA5}">
                      <a16:colId xmlns:a16="http://schemas.microsoft.com/office/drawing/2014/main" val="2150991689"/>
                    </a:ext>
                  </a:extLst>
                </a:gridCol>
                <a:gridCol w="2491740">
                  <a:extLst>
                    <a:ext uri="{9D8B030D-6E8A-4147-A177-3AD203B41FA5}">
                      <a16:colId xmlns:a16="http://schemas.microsoft.com/office/drawing/2014/main" val="4003314017"/>
                    </a:ext>
                  </a:extLst>
                </a:gridCol>
              </a:tblGrid>
              <a:tr h="270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/>
                        <a:t>章节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/>
                        <a:t>二级标题与主要内容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/>
                        <a:t>大致位置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863752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I. Introduction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架构差异、现有表述的缺口、本文贡献；相关工作融入其中，不单列长综述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第 1 页前半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599494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II. A Resident–Streaming Roofline for CIM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/>
                        <a:t>A. 操作数角色与</a:t>
                      </a:r>
                      <a:r>
                        <a:rPr lang="zh-CN" altLang="en-US" sz="1600" b="1"/>
                        <a:t>分析</a:t>
                      </a:r>
                      <a:r>
                        <a:rPr lang="zh-CN" sz="1600" b="1"/>
                        <a:t>边界；B. 窗口化需求、上界与分区；</a:t>
                      </a:r>
                      <a:br>
                        <a:rPr lang="en-US" altLang="zh-CN" sz="1600" b="1"/>
                      </a:br>
                      <a:r>
                        <a:rPr lang="zh-CN" sz="1600" b="1"/>
                        <a:t>C. 与传统性能</a:t>
                      </a:r>
                      <a:r>
                        <a:rPr lang="zh-CN" altLang="en-US" sz="1600" b="1"/>
                        <a:t>分析</a:t>
                      </a:r>
                      <a:r>
                        <a:rPr lang="zh-CN" sz="1600" b="1"/>
                        <a:t>的联系及两个算例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第 1 页后半至第 2 页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345741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III. Hardware and Workload Characterization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/>
                        <a:t>A. 文献支持的硬件能力范围</a:t>
                      </a:r>
                      <a:r>
                        <a:rPr lang="zh-CN" altLang="en-US" sz="1600" b="1"/>
                        <a:t>分析</a:t>
                      </a:r>
                      <a:r>
                        <a:rPr lang="zh-CN" sz="1600" b="1"/>
                        <a:t>；</a:t>
                      </a:r>
                      <a:br>
                        <a:rPr lang="en-US" altLang="zh-CN" sz="1600" b="1"/>
                      </a:br>
                      <a:r>
                        <a:rPr lang="zh-CN" sz="1600" b="1"/>
                        <a:t>B. 明确驻留策略下的</a:t>
                      </a:r>
                      <a:r>
                        <a:rPr lang="zh-CN" altLang="en-US" sz="1600" b="1"/>
                        <a:t>算法</a:t>
                      </a:r>
                      <a:r>
                        <a:rPr lang="zh-CN" sz="1600" b="1"/>
                        <a:t> workload 需求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主要在第 3 页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687827"/>
                  </a:ext>
                </a:extLst>
              </a:tr>
              <a:tr h="675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b="1"/>
                        <a:t>IV. Workload–Hardware Matching and Design Implications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A. 适配</a:t>
                      </a:r>
                      <a:r>
                        <a:rPr lang="zh-CN" altLang="en-US" sz="1600"/>
                        <a:t>区间的</a:t>
                      </a:r>
                      <a:r>
                        <a:rPr lang="zh-CN" sz="1600"/>
                        <a:t>结论；B. 瓶颈导向的设计选择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主要在第 4 页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798894"/>
                  </a:ext>
                </a:extLst>
              </a:tr>
              <a:tr h="472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V. Conclusion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重述统一框架及其设计用途，不再提出新理论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第 4 页末尾</a:t>
                      </a:r>
                    </a:p>
                  </a:txBody>
                  <a:tcPr marL="37602" marR="37602" marT="18801" marB="1880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30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90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F7920-92C2-CB80-3B1A-49EABB22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FBAEE2-4773-7DEC-2EB2-241BCBBB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DBB1B7-CF85-05D7-A845-1A0B4942F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DBBD2F2-350B-EDEC-80D2-58D2960636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94897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：硬件的能力（</a:t>
            </a:r>
            <a:r>
              <a:rPr lang="zh-CN" altLang="zh-CN" sz="1600"/>
              <a:t>不同实现的两路能力处在什么范围</a:t>
            </a:r>
            <a:r>
              <a:rPr lang="zh-CN" altLang="en-US" sz="1600"/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：算法的需求（</a:t>
            </a:r>
            <a:r>
              <a:rPr lang="zh-CN" altLang="zh-CN" sz="1600"/>
              <a:t>负载的需求由哪些执行条件决定</a:t>
            </a:r>
            <a:r>
              <a:rPr lang="zh-CN" altLang="en-US" sz="1600"/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：决策和分析（</a:t>
            </a:r>
            <a:r>
              <a:rPr lang="zh-CN" altLang="zh-CN" sz="1600"/>
              <a:t>在什么条件下匹配，以及应该优先</a:t>
            </a:r>
            <a:r>
              <a:rPr lang="zh-CN" altLang="en-US" sz="1600"/>
              <a:t>设计的方向）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2BD0C9-46BE-582A-F511-F0175EAD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论文的整体结构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9F2A716-5000-DB6B-03ED-4D00880F92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316513"/>
                  </p:ext>
                </p:extLst>
              </p:nvPr>
            </p:nvGraphicFramePr>
            <p:xfrm>
              <a:off x="696000" y="2943070"/>
              <a:ext cx="11153100" cy="38386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86140">
                      <a:extLst>
                        <a:ext uri="{9D8B030D-6E8A-4147-A177-3AD203B41FA5}">
                          <a16:colId xmlns:a16="http://schemas.microsoft.com/office/drawing/2014/main" val="4220692121"/>
                        </a:ext>
                      </a:extLst>
                    </a:gridCol>
                    <a:gridCol w="4390410">
                      <a:extLst>
                        <a:ext uri="{9D8B030D-6E8A-4147-A177-3AD203B41FA5}">
                          <a16:colId xmlns:a16="http://schemas.microsoft.com/office/drawing/2014/main" val="1806466084"/>
                        </a:ext>
                      </a:extLst>
                    </a:gridCol>
                    <a:gridCol w="3122910">
                      <a:extLst>
                        <a:ext uri="{9D8B030D-6E8A-4147-A177-3AD203B41FA5}">
                          <a16:colId xmlns:a16="http://schemas.microsoft.com/office/drawing/2014/main" val="2680918418"/>
                        </a:ext>
                      </a:extLst>
                    </a:gridCol>
                    <a:gridCol w="2453640">
                      <a:extLst>
                        <a:ext uri="{9D8B030D-6E8A-4147-A177-3AD203B41FA5}">
                          <a16:colId xmlns:a16="http://schemas.microsoft.com/office/drawing/2014/main" val="826689425"/>
                        </a:ext>
                      </a:extLst>
                    </a:gridCol>
                  </a:tblGrid>
                  <a:tr h="22366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编号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标题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内容与唯一任务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位置／版式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235388"/>
                      </a:ext>
                    </a:extLst>
                  </a:tr>
                  <a:tr h="7359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Fig. 1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存算分离与存算融合下的操作数路径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让读者直观看到：为什么 resident 与 streaming 值得分开计量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1 页，单栏示意图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133385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Fig. 2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经典 Roofline 与 resident–streaming Roofline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两套曲线并排，加精简对应表，完成模型介绍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2 页，优先跨双栏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43390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代表性 CIM 实现的流式与驻留更新能力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给出文献支持的 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sz="1600"/>
                            <a:t>范围及其适用条件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3 页，允许跨双栏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5762458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代表性 workload 的窗口化操作数需求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给出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  <m:r>
                                <a:rPr lang="en-US" altLang="zh-CN" sz="1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𝑅𝐼</m:t>
                              </m:r>
                            </m:oMath>
                          </a14:m>
                          <a:r>
                            <a:rPr lang="zh-CN" sz="1600"/>
                            <a:t>，明确窗口、精度与驻留策略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3 页附近，允许跨双栏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976141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Workload–CIM 适配关系与瓶颈判定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将前两表连接起来，指出适配条件和优先改进方向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4 页，尽量紧凑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790604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Fig. 3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流式能力与驻留更新能力提升的不同收益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用简单曲线说明：优化错误通路，可能没有吞吐收益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4 页，单栏分析图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4407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B9F2A716-5000-DB6B-03ED-4D00880F92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4316513"/>
                  </p:ext>
                </p:extLst>
              </p:nvPr>
            </p:nvGraphicFramePr>
            <p:xfrm>
              <a:off x="696000" y="2943070"/>
              <a:ext cx="11153100" cy="383862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186140">
                      <a:extLst>
                        <a:ext uri="{9D8B030D-6E8A-4147-A177-3AD203B41FA5}">
                          <a16:colId xmlns:a16="http://schemas.microsoft.com/office/drawing/2014/main" val="4220692121"/>
                        </a:ext>
                      </a:extLst>
                    </a:gridCol>
                    <a:gridCol w="4390410">
                      <a:extLst>
                        <a:ext uri="{9D8B030D-6E8A-4147-A177-3AD203B41FA5}">
                          <a16:colId xmlns:a16="http://schemas.microsoft.com/office/drawing/2014/main" val="1806466084"/>
                        </a:ext>
                      </a:extLst>
                    </a:gridCol>
                    <a:gridCol w="3122910">
                      <a:extLst>
                        <a:ext uri="{9D8B030D-6E8A-4147-A177-3AD203B41FA5}">
                          <a16:colId xmlns:a16="http://schemas.microsoft.com/office/drawing/2014/main" val="2680918418"/>
                        </a:ext>
                      </a:extLst>
                    </a:gridCol>
                    <a:gridCol w="2453640">
                      <a:extLst>
                        <a:ext uri="{9D8B030D-6E8A-4147-A177-3AD203B41FA5}">
                          <a16:colId xmlns:a16="http://schemas.microsoft.com/office/drawing/2014/main" val="826689425"/>
                        </a:ext>
                      </a:extLst>
                    </a:gridCol>
                  </a:tblGrid>
                  <a:tr h="2769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编号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标题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内容与唯一任务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位置／版式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235388"/>
                      </a:ext>
                    </a:extLst>
                  </a:tr>
                  <a:tr h="7359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Fig. 1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存算分离与存算融合下的操作数路径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让读者直观看到：为什么 resident 与 streaming 值得分开计量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1 页，单栏示意图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133385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Fig. 2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经典 Roofline 与 resident–streaming Roofline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两套曲线并排，加精简对应表，完成模型介绍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2 页，优先跨双栏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43390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代表性 CIM 实现的流式与驻留更新能力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3064" marR="33064" marT="16532" marB="16532" anchor="ctr">
                        <a:blipFill>
                          <a:blip r:embed="rId2"/>
                          <a:stretch>
                            <a:fillRect l="-178906" t="-287097" r="-79102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3 页，允许跨双栏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5762458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代表性 workload 的窗口化操作数需求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3064" marR="33064" marT="16532" marB="16532" anchor="ctr">
                        <a:blipFill>
                          <a:blip r:embed="rId2"/>
                          <a:stretch>
                            <a:fillRect l="-178906" t="-387097" r="-79102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3 页附近，允许跨双栏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9761412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Table III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Workload–CIM 适配关系与瓶颈判定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将前两表连接起来，指出适配条件和优先改进方向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4 页，尽量紧凑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790604"/>
                      </a:ext>
                    </a:extLst>
                  </a:tr>
                  <a:tr h="56516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 b="1"/>
                            <a:t>Fig. 3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流式能力与驻留更新能力提升的不同收益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用简单曲线说明：优化错误通路，可能没有吞吐收益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CN" sz="1600"/>
                            <a:t>第 4 页，单栏分析图</a:t>
                          </a:r>
                        </a:p>
                      </a:txBody>
                      <a:tcPr marL="33064" marR="33064" marT="16532" marB="16532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34407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089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759C6-B6E5-EDBF-79D3-B326468A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BBF3C3-DCEC-1A79-45E3-C1897198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72C2C84-18CF-1319-1C48-4DF6B26AC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B0EB615-3EBC-5A97-4FF6-6804449B6E4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48440"/>
            <a:ext cx="11421202" cy="300338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图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 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示意图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1600"/>
          </a:p>
          <a:p>
            <a:r>
              <a:rPr lang="zh-CN" altLang="zh-CN" sz="1600"/>
              <a:t>GPU 一侧画“存储—计算”两个块，权重和输入通过所选存储接口进入计算模块</a:t>
            </a:r>
          </a:p>
          <a:p>
            <a:r>
              <a:rPr lang="zh-CN" altLang="zh-CN" sz="1600"/>
              <a:t>CIM 一侧画一个存算耦合阵列，突出两条路径：一条将 resident 操作数写入阵列，另一条输入 streaming 操作数并完成求值、读出。resident 旁边标“weights / KV / mapped operands”即可，避免读者把 resident 永久等同于模型权重。</a:t>
            </a:r>
          </a:p>
          <a:p>
            <a:endParaRPr lang="en-US" altLang="zh-CN" sz="1600"/>
          </a:p>
          <a:p>
            <a:r>
              <a:rPr lang="zh-CN" altLang="zh-CN" sz="1600"/>
              <a:t>这张图最重要的视觉信息是：resident 写入一次后，可以支撑多次 streaming 求值。</a:t>
            </a:r>
          </a:p>
          <a:p>
            <a:r>
              <a:rPr lang="zh-CN" altLang="zh-CN" sz="1600"/>
              <a:t>外围模块用“输入／求值／读出”这样的通用标注，不把所有 CIM 都画成 DAC–ADC 架构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r>
              <a:rPr lang="zh-CN" altLang="en-US" sz="1600" b="1"/>
              <a:t>图</a:t>
            </a:r>
            <a:r>
              <a:rPr lang="en-US" altLang="zh-CN" sz="1600" b="1"/>
              <a:t>2 </a:t>
            </a:r>
            <a:r>
              <a:rPr lang="zh-CN" altLang="en-US" sz="1600" b="1"/>
              <a:t>示意图</a:t>
            </a:r>
            <a:endParaRPr lang="en-US" altLang="zh-CN" sz="1600" b="1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4603AE-4E3E-69B1-063B-D0BE15B1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论文的前半部分理论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8968525-8DE5-FC5D-B471-A3F2030B1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410" y="34303"/>
            <a:ext cx="3263352" cy="241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4A53050-3EF9-4ABB-B957-2370911A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62" y="4851826"/>
            <a:ext cx="3668161" cy="19409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DC937E6-EDAD-AD7C-D20D-510F3B123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3914" y="4851826"/>
            <a:ext cx="3683265" cy="19409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66F20D6-9BC6-8936-6C80-ACE8CFAE6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59213"/>
            <a:ext cx="4191000" cy="27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73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4338-E759-9472-8577-1DFA0CB4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10268BE-5989-99AD-1D7B-1153711C3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736" y="1"/>
            <a:ext cx="4910263" cy="259814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C3DAD8-4136-738D-80E1-AAD413B1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4398CF-044B-CA30-6B04-98BAB85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1823E8-8D90-841F-60E7-1CC65918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F6345AE-B9B0-84C6-A891-8F06C1BBFFC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59814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回顾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GPU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最关键的特点：</a:t>
            </a:r>
            <a:endParaRPr lang="en-US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1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）存储，计算硬件分离，存储单元用空间复杂度衡量，计算单元用时间复杂度</a:t>
            </a:r>
            <a:endParaRPr lang="en-US" altLang="zh-CN" sz="16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	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对应的概念：计算单元的能力，算力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π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；存储单元的能力，带宽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β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）任务总量：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OPs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，拆解到时间（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y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轴，算力性能）和空间（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轴，算术强度）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	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对应的概念：完成一次任务的计算操作总次数 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OP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，完成一次任务的数据搬运总量 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Byte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）不区分数据的特点，都会进行同样的搬运、计算操作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换句话说：硬件的类型不同（不同操作），而数据的类型相同（都认为是普通的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data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从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HBM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逐级往上搬运）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F2DC64-3662-BF4A-0700-D224BDAD0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4802544"/>
            <a:ext cx="7772400" cy="18451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8506B67-6BBC-46A3-4B8F-005313FBC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452" y="843082"/>
            <a:ext cx="3606860" cy="114341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76829E-D0D0-E316-0EF1-889A27EFA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5992" y="4802544"/>
            <a:ext cx="3586008" cy="12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8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A72E-48A6-7636-A9B5-3A2E7FF7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F87D6F-AE15-73AF-ABD3-D48E6E89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A95E173-2666-C14A-B386-A407E623A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EDCBDE-96DE-1696-B36B-5741F4E8F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C85A09-42E4-2C9E-C951-B93231FA08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92616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硬件平台的关键指标：</a:t>
            </a:r>
            <a:endParaRPr lang="en-US" altLang="zh-CN" sz="16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吞吐 </a:t>
            </a:r>
            <a:r>
              <a:rPr lang="en-US" altLang="zh-CN" sz="160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ρ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：一个已被编程好的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阵列在单位时间内能吞吐多少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操作数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Resident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吞吐 </a:t>
            </a:r>
            <a:r>
              <a:rPr lang="en-US" altLang="zh-CN" sz="160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τ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每秒能把多少新的权重数据更新到阵列的可计算状态中去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两个指标单位相同（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Byte/s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经典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Roofline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中</a:t>
            </a:r>
            <a:r>
              <a:rPr lang="el-GR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π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与</a:t>
            </a:r>
            <a:r>
              <a:rPr lang="el-GR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β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不同量纲，是因为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GPU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的两类硬件管辖时间与空间两个正交维度；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的两类通路都在关心数据通过通路的速率这一同一物理类别，所以量纲一致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AF6A95-80F8-A9B0-68E6-86782C69C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439" y="200698"/>
            <a:ext cx="6704561" cy="1756118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39750E7-706D-B0AF-9F8E-A95E791C4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3500" y="2050761"/>
            <a:ext cx="2397092" cy="177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D1746C5-98AC-B9D7-E0A3-E2DA06E86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3911"/>
            <a:ext cx="6042089" cy="211956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491A61B-B4B1-E663-3ABF-F211ABA33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576" y="4165964"/>
            <a:ext cx="6059424" cy="202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5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C411-C1CA-060F-C068-749D429C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12A59E-8AB5-4788-210C-24C5D76A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313387-7B5F-DF4A-B532-C1A9CF98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1C1BDE-821C-7D29-A76C-08BDB312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D5934A0-5095-F0F7-CED1-B3BC2B90B4D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GPU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下的网络参数：计算量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+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访存量，也就是一次完整的推理过程中，按照操作类型分，所有的数据经历不同的操作的总数</a:t>
            </a:r>
            <a:endParaRPr lang="en-US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下的网络参数：流动数据量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+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驻留数据量，一次推理中，按数据类型分，输入的激活完整流过静态的权重网络，所有数据总量</a:t>
            </a:r>
            <a:endParaRPr lang="en-US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GPU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的算术强度：计算单元的指标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存储单元的指标，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OP/Byte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，算术强度，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Arithmetic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Intensity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，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AI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CIM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的驻留强度：流动指标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/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驻留指标，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Byte/Byte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，驻留强度，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Resident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Intensity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，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RI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3DCC8EA-88BC-08E7-A296-2B0A3AD8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0509"/>
            <a:ext cx="5934456" cy="32250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D2D155E-E709-DD65-24C3-B90AB5C9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250509"/>
            <a:ext cx="6081795" cy="322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8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160F-F855-4134-CB81-7E2F7391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C5F717-456E-A02E-0200-A36EE0D0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3EB0264-D161-6203-90AA-697CE415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28565C-C41C-A3C2-3442-C2723653F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论文的前半部分理论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85E6996-8C29-1E02-7979-8A194F6915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CIM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的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Roofline</a:t>
            </a: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形式和讨论：</a:t>
            </a:r>
            <a:endParaRPr lang="en-US" altLang="zh-CN" sz="1600" b="1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常规的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在离线部署的情况下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大多数都位于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streaming-bound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的区间，完全没有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resident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只有在频繁的更新情况下才会落入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resident-bound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8F8C4CA-6429-BE45-72C0-C8C47107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0638"/>
            <a:ext cx="5870448" cy="29180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F6AC6C9-A2C9-A2E8-6CB2-567E1D018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609" y="294643"/>
            <a:ext cx="6157389" cy="57607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06D2820-FBFB-D497-3CF3-16041DF42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609" y="6021455"/>
            <a:ext cx="6157389" cy="69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6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92879-B513-8934-74FD-FB134D7B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697A51-8A8E-37A5-B1E9-D5EB5D69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CDABE2-A0F4-308D-5B4E-18093B0F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59C537-381F-D19A-EFF9-B24CADE88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DA25898-347E-270D-8F84-E9D173156D0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之前我们认为的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算力，都是等效算力，而且是可变的（并不是完全和硬件绑定的）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而且有一个“等效带宽”被下意识忽略掉了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4655E32-6A33-E00E-DB64-7F68E76F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" y="2489734"/>
            <a:ext cx="5503333" cy="431538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698C6C8-3750-B80E-8C1D-1F3882D8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147" y="2489734"/>
            <a:ext cx="6340853" cy="39235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EDF4F84-C1ED-9A3C-BEB9-1DEE3E54B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66" y="441396"/>
            <a:ext cx="5702300" cy="105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7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2CC0-9FAC-78A5-E1D5-242615E6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1A1739-9DC1-50B7-FA99-98452FB0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DFFA0E4-41EE-CA11-2D67-46B161D68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836FBF-D1AE-3D57-5A2F-56BC4E406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71D9F5D-9648-8277-01A1-B45A859949E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硬件参数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ρ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和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τ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的计算方法：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FeNOR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的例子：（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28nm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CMOS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假设）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2A8574E-B629-7A42-8008-84353FA4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2" y="1104691"/>
            <a:ext cx="6095998" cy="22784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75C6CDC-4DBD-F0D6-5C5A-21582034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55295"/>
            <a:ext cx="6095999" cy="109318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A59EBA0-761A-573D-DDB5-6FBD45AE5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3429000"/>
            <a:ext cx="5789178" cy="311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08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2922-8863-7BE5-13D1-A57BFB65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959256-A475-092A-1BAD-0BCFF8DC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9946AE8-8DDC-D8D0-26A3-00AFD100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23BEE2-8214-CDEA-B079-891BE78E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E5C716E-B50B-8E21-FF89-2FBB71A2C3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2541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不同的硬件，不同的任务，会对应不同的区间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对不同的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硬件进行了粗略的估算，彼此的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截然不同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进一步的，我们可以估算不同的算法任务的需求，即 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Qs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Qr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类似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GPU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，根据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ridge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大小，就可以判断出</a:t>
            </a:r>
            <a:r>
              <a:rPr lang="en-US" altLang="zh-CN" sz="1600" b="1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FeNOR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-CIM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落在什么区间了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B12549-338C-F191-B4C3-1E4CA1D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" y="3669364"/>
            <a:ext cx="5951149" cy="30810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28BEC2-4E79-975E-3E54-3EDE1EF3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7610"/>
            <a:ext cx="6019800" cy="16347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42BD249-A42F-33A6-CE9E-05A87EB8E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24006"/>
            <a:ext cx="5991440" cy="34263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8388C5-C68E-D004-716F-722172C3D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867" y="1898571"/>
            <a:ext cx="5808133" cy="85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4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2571-8665-09B4-AA35-22D85DA4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2BC601-11AD-4B37-14E9-97FE5179F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CCCB0DA-B584-2BA0-B627-67AD5A94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A9058B-D8E2-85C2-1EC7-23574C797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论文的后半部分分析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97E4037-9F5D-AA07-675D-5B93B763BA2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918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现在正在针对性的，分析不同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存储介质的关键参数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统一的：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28nm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CMOS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外围电路（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AD/DA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），计算参数的方法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86DBD95-8B49-00C9-64A3-17D7FF49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854" y="2225692"/>
            <a:ext cx="5480077" cy="44945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EEBBD8D-F9B6-94E0-26F8-699F3DFF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00" y="3261946"/>
            <a:ext cx="6053894" cy="345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94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E5EB-AEBE-D9FE-5957-9E981942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600CBE-E660-8D7E-CEAC-95522A26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CF67BB-DD54-32B8-5E0E-C2856FE2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A4FCD-7F5C-3DDB-B429-0D98B3C1E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F0788C6-5D5E-F5A6-790A-33AF029F22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427809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现在正在针对性的，分析不同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存储介质的关键参数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不同的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10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种代表性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介质：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DCIM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ACIM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2D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NOR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3D</a:t>
            </a:r>
            <a:r>
              <a:rPr lang="zh-CN" altLang="en-US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NAND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RRAM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MRAM</a:t>
            </a: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PCM</a:t>
            </a:r>
          </a:p>
          <a:p>
            <a:pPr>
              <a:spcAft>
                <a:spcPts val="600"/>
              </a:spcAft>
            </a:pPr>
            <a:r>
              <a:rPr lang="en-US" altLang="zh-CN" sz="1600" b="1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FeRAM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eDRAM</a:t>
            </a:r>
            <a:endParaRPr lang="en-US" altLang="zh-CN" sz="1600" b="1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600" b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FeNOR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25EBB9-AE1F-F80B-A8DE-B740F21E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431" y="1055076"/>
            <a:ext cx="4298129" cy="57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44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B48E-C8EA-A4C5-C1A2-1AEA7E35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92BA47-9671-E66A-928E-00C2F930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24B761B-ADDC-6B73-6CC5-9FC5E1E3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61C42-F46E-578C-936E-FA9BE1BD5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C3EC528-0702-2C52-2808-FCE9E1CB8E2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 ACIM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9T1C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整体的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很小，因为擦写非常快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AE6FEA5-1C40-4437-CCDE-8CDEC23E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3010023"/>
            <a:ext cx="5840950" cy="32735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D7304BE-4F24-543C-7F73-CA77536FF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3197475"/>
            <a:ext cx="5981700" cy="30861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EBF1C71-4242-024E-E3D4-52F91AF54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0"/>
            <a:ext cx="4899660" cy="251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8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60D1-151D-BC49-EEF0-2DA60FB2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022544-6E43-D1E2-ADD4-E6A960FE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77A4257-9553-4BB7-D0A0-0F019E7F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96E898-1447-9DF3-F26B-540ECF3D4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E94AFB6-FA1E-3EE7-66EC-85475DB9E14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 DCIM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6T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的参数差不多，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streaming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甚至更慢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FB388F-CB2F-7F4F-4C28-080768BA1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2899770"/>
            <a:ext cx="5822949" cy="34380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AB5877-CC70-007F-518F-6BF7ECA9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302" y="2746574"/>
            <a:ext cx="5933258" cy="40100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14C0A8-7652-EE08-772B-04C8B04BFC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308"/>
          <a:stretch>
            <a:fillRect/>
          </a:stretch>
        </p:blipFill>
        <p:spPr>
          <a:xfrm>
            <a:off x="7459981" y="-1"/>
            <a:ext cx="4640580" cy="258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7FA3A-328B-F760-E4DC-F46031CE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B1F1A1-A83B-136A-BABE-B97EB629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270949-E5C8-3296-33C7-5A1FC7A1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64C5F2-46A0-E294-A6D3-2EA575A4F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C60CC4A-1EB6-8E4B-FF3E-FE447502CB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2D NOR Flash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SLC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整体的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变大了很多，因为擦写速度慢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C63A60-4BF0-0FE6-C0C9-B9383535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2" y="2964180"/>
            <a:ext cx="5883038" cy="30713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B2E2B8-BD79-C6B5-9588-35601459B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42" y="3080482"/>
            <a:ext cx="5883038" cy="36936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3679899-7DC8-F090-7BC6-084F3482D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83820"/>
            <a:ext cx="5471160" cy="25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74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8C3E-0B1C-4C99-65EB-C3E7646C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10B1F1-1F0B-F479-66ED-E6401C1A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FC533E0-E78F-8380-EA0C-FA1CB225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442BC9-C3F4-B6BE-F2E7-9800FA769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A0996C0-76D3-A890-0B9D-A1A0ABA89B8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3D NAND Flash 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SLC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比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NOR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还更小一点，因为读速度太慢了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0F6CC7-9A93-3425-E9B4-DC2A099F0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" y="2941319"/>
            <a:ext cx="5890260" cy="35027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5FAF618-91A5-ADB5-92D6-5831D588A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740" y="2845825"/>
            <a:ext cx="5890260" cy="5634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F12AC31-5AC4-8CDB-10D1-D08364934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740" y="3448683"/>
            <a:ext cx="5890260" cy="32587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47D17B6-5861-E57C-F795-F07F86491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0"/>
            <a:ext cx="4800600" cy="23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55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AFE6-C06E-1BF5-155E-8312BCE1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E68ED5-4FC2-00F7-F8F5-1DC6BC9D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B3F2C8A-77DD-0B39-D863-44DC5016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791D25-347B-6CE3-8892-CC00447A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D56BF3D-6800-816D-EB7B-E032EBE636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RRAM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2T1R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比较典型的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NVM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，读快写慢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F4CAE6-0427-F7C1-C953-EB96FB76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2991998"/>
            <a:ext cx="5836920" cy="32960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1ED7D47-846B-92D2-BADB-C4EDA6C34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643" y="2895600"/>
            <a:ext cx="5922395" cy="388353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F0AA757-C153-76BE-863E-8EBC55B23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868" y="0"/>
            <a:ext cx="2499046" cy="278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41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B5EE-97BE-6DEA-1B53-4EA4CF04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BE1E3A-E292-D156-FABF-5B0102E4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19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6D6D5D9-E15D-9819-8013-D19F7B41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B3F9BC-CA1D-B4EF-D682-72B0B140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57AC1A4-E141-D5EB-8882-69598CC7D0E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MRAM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2T2M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SRAM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的读速度差不多，但是擦写速度慢很多，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RI~1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2634DB-A779-664D-758D-0A59895B9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86" y="3136900"/>
            <a:ext cx="5794714" cy="30731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6DEC7F-D7FA-DB84-E898-EC3C48D4A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714" y="2367145"/>
            <a:ext cx="5842000" cy="434150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4BC7641-86CE-0ED8-C34E-5A8A7AD4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50" y="8314"/>
            <a:ext cx="5226050" cy="194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80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81E32-2BA0-04A3-54B6-E4F09B20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8CF269-EC48-6532-C11F-FFE8E6BD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814401C-8FF2-8E7E-FF19-83907247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DE9729-8116-D0F5-B40C-0B8E87784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29D401F-7F23-BF6A-E94A-29CC9FE152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PCM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SLC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读写的速度差不多，写速度略快一些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953A627-B0DD-AD2F-6E9B-62B37D9AA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80" y="3106579"/>
            <a:ext cx="5784020" cy="31521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2AFD20-A87A-6E18-27AC-3BE6E1444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120" y="2442400"/>
            <a:ext cx="5569780" cy="42965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2EA492F-DCE5-4606-5BCF-F68093B4D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0" y="38866"/>
            <a:ext cx="5003800" cy="194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32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6E4B-0F0A-A683-1AF9-D9E32646E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AFB4EA-59B8-853F-7A65-8209CD0D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666030B-785A-D27C-210F-FE6E3621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805721-C31E-14DF-D6C4-581787D84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6D4C56F-0F48-DD6F-E382-763A62966C0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HfO</a:t>
            </a:r>
            <a:r>
              <a:rPr lang="en-US" altLang="zh-CN" sz="1600" baseline="-250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FeRAM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1T1C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读写速度都比较可观，整体来说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比较稳定在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~0.2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附近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FD0784-596C-EBE0-AE4D-A38274C5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7" y="3117850"/>
            <a:ext cx="5779384" cy="32021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95CDCA-4954-B70F-CF70-CF5DCD34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93" y="2442400"/>
            <a:ext cx="5696926" cy="43564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84AFEB-BAF3-9081-7B58-7FD842FC3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692" y="0"/>
            <a:ext cx="5046308" cy="175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65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7E6E-BB42-DD09-9696-EC3C33C9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DD059C-5F60-AA30-DDF0-3E2BD35D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D1C37B6-C2D3-57FB-11F0-7CBCFE503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AB233C-33A5-8F00-8270-9CC781C83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AABF6FC-D95D-FB82-140B-754FCEB4EC2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eDRAM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3T1C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擦写速度很快，读速度受限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29DFF6-23D7-E274-9858-09A6B3776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5" y="3149601"/>
            <a:ext cx="5845205" cy="33164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D2701C-8683-4683-DE4D-3DB3EB89D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620" y="2763300"/>
            <a:ext cx="5845204" cy="39925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F0668E-9B50-931E-BEE2-C4D6D5695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177" y="91521"/>
            <a:ext cx="5029647" cy="176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91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A069-3B46-8D78-6F63-614710D0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065DED-13E6-84FC-A1D4-1C34E4C0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778F0DC-DB67-30FC-8C91-70EC3235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0EADC4-18D9-9665-1926-B22C8CAD4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BBB7E92-C798-1194-E622-96633913FB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5822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3D FeNOR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AND SLC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读写速度基本持平，相对的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RI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偏中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DBB829-B0DE-D0D6-12D0-C07E25A1B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43" y="3225800"/>
            <a:ext cx="5871957" cy="32911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E5D89E6-E916-FBE1-79F8-0AED7C8E4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936" y="3225800"/>
            <a:ext cx="5853569" cy="3117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CE01430-0BB8-632B-0B44-CF0B26A53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80" y="0"/>
            <a:ext cx="497682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544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A979-F7CD-0303-3938-F782AB3F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4E89B3-FFDE-25C5-02FF-22194B56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7C695B3-CA32-4848-6F9D-CA30E238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20C09D-F0DB-B66E-9A21-C2DA31C9C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0399437-B9BF-0705-7652-9FA6AA162E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整体结果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E007CA-99FD-7CB6-1348-2F67A9C20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948" y="1790339"/>
            <a:ext cx="9689102" cy="48984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C79E18-20FD-A393-9AD6-2E8EE63F6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846" y="29383"/>
            <a:ext cx="3468829" cy="179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07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8904-0B7C-D37E-BEFC-C96BC77F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A3C8FE-7136-10E8-5BB6-B06B94E8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23A9575-C0C5-E9BC-5DD3-E162E24A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1A3384-4C55-B195-C3D0-DA1254CF2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zh-CN" altLang="en-US"/>
              <a:t>不同介质的参数估计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88AAC9B-3317-F15C-0E7D-A7269852DA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整体结果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CC6AFB-F4B4-5914-2E82-EF7B7398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10" y="1599454"/>
            <a:ext cx="9138900" cy="516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80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006F7-A233-7819-8B4F-023105CD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227E9A-C1F8-8AD3-8B8D-6C987F802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55AB68-717E-2733-92C8-6BE16431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EE2750-6657-8F49-4EFA-1156BE54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推理的典型</a:t>
            </a:r>
            <a:r>
              <a:rPr lang="en-US" altLang="zh-CN"/>
              <a:t>workload</a:t>
            </a:r>
            <a:r>
              <a:rPr lang="zh-CN" altLang="en-US"/>
              <a:t>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BC72FD4-F934-7212-E7AB-B36B2B9AEAF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进一步的，我们可以估算不同的算法任务的需求，即 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Qs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Qr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CFB818-D29C-FF79-7048-4D29E2839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0" y="3116871"/>
            <a:ext cx="6019800" cy="16347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B26D37-53AC-B580-00F9-D53D93CF6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60" y="3116871"/>
            <a:ext cx="5991440" cy="34263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ABEB855-FB48-A316-33C1-99411337F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4986043"/>
            <a:ext cx="5808133" cy="85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90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E338-E785-C512-6AFB-7061E589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B0FCAF-2C29-9451-D30D-C9C42500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27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418F9D7-EC19-837F-331B-138334DB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ED44EC-A92D-00AA-3EFE-93CE3472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推理的典型</a:t>
            </a:r>
            <a:r>
              <a:rPr lang="en-US" altLang="zh-CN"/>
              <a:t>workload</a:t>
            </a:r>
            <a:r>
              <a:rPr lang="zh-CN" altLang="en-US"/>
              <a:t>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2353EED-4A62-7636-AD86-9D08ECFD72F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320600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理论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case</a:t>
            </a: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分析，也就是 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Table</a:t>
            </a: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II</a:t>
            </a: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(a)</a:t>
            </a:r>
          </a:p>
          <a:p>
            <a:pPr>
              <a:spcAft>
                <a:spcPts val="600"/>
              </a:spcAft>
            </a:pP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典型的</a:t>
            </a:r>
            <a:r>
              <a:rPr lang="en-US" altLang="zh-CN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驻留模式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" altLang="zh-CN" sz="1600" b="1"/>
              <a:t>Weight-static</a:t>
            </a:r>
            <a:r>
              <a:rPr lang="zh-CN" altLang="en-US" sz="1600" b="1"/>
              <a:t>（存储足够大，纯</a:t>
            </a:r>
            <a:r>
              <a:rPr lang="en-US" altLang="zh-CN" sz="1600" b="1"/>
              <a:t>Inference</a:t>
            </a:r>
            <a:r>
              <a:rPr lang="zh-CN" altLang="en-US" sz="1600" b="1"/>
              <a:t>）</a:t>
            </a:r>
            <a:r>
              <a:rPr lang="zh-CN" altLang="en" sz="1600"/>
              <a:t>： </a:t>
            </a:r>
            <a:r>
              <a:rPr lang="zh-CN" altLang="en-US" sz="1600"/>
              <a:t>权重已经驻留，分析窗口内不再写入</a:t>
            </a:r>
          </a:p>
          <a:p>
            <a:pPr>
              <a:spcAft>
                <a:spcPts val="600"/>
              </a:spcAft>
            </a:pPr>
            <a:r>
              <a:rPr lang="en" altLang="zh-CN" sz="1600" b="1"/>
              <a:t>Per-use</a:t>
            </a:r>
            <a:r>
              <a:rPr lang="en" altLang="zh-CN" sz="1600"/>
              <a:t> </a:t>
            </a:r>
            <a:r>
              <a:rPr lang="en" altLang="zh-CN" sz="1600" b="1"/>
              <a:t>reloaded</a:t>
            </a:r>
            <a:r>
              <a:rPr lang="zh-CN" altLang="en-US" sz="1600" b="1"/>
              <a:t>（小空间，近似</a:t>
            </a:r>
            <a:r>
              <a:rPr lang="en-US" altLang="zh-CN" sz="1600" b="1"/>
              <a:t>Training</a:t>
            </a:r>
            <a:r>
              <a:rPr lang="zh-CN" altLang="en-US" sz="1600" b="1"/>
              <a:t>）</a:t>
            </a:r>
            <a:r>
              <a:rPr lang="zh-CN" altLang="en" sz="1600"/>
              <a:t>： </a:t>
            </a:r>
            <a:r>
              <a:rPr lang="zh-CN" altLang="en-US" sz="1600"/>
              <a:t>每次使用前，完整写入本次要用的权重</a:t>
            </a:r>
          </a:p>
          <a:p>
            <a:pPr>
              <a:spcAft>
                <a:spcPts val="600"/>
              </a:spcAft>
            </a:pPr>
            <a:endParaRPr lang="en-US" altLang="zh-CN" sz="1600"/>
          </a:p>
          <a:p>
            <a:r>
              <a:rPr lang="zh-CN" altLang="zh-CN" sz="1600"/>
              <a:t>定义 resident 矩阵为：</a:t>
            </a:r>
            <a:r>
              <a:rPr lang="en-US" altLang="zh-CN" sz="1600"/>
              <a:t>W</a:t>
            </a:r>
            <a:r>
              <a:rPr lang="zh-CN" altLang="en-US" sz="1600"/>
              <a:t> </a:t>
            </a:r>
            <a:r>
              <a:rPr lang="en-US" altLang="zh-CN" sz="1600"/>
              <a:t>[N,</a:t>
            </a:r>
            <a:r>
              <a:rPr lang="zh-CN" altLang="en-US" sz="1600"/>
              <a:t> </a:t>
            </a:r>
            <a:r>
              <a:rPr lang="en-US" altLang="zh-CN" sz="1600"/>
              <a:t>K]</a:t>
            </a:r>
            <a:r>
              <a:rPr lang="zh-CN" altLang="en-US" sz="1600"/>
              <a:t>，其中</a:t>
            </a:r>
            <a:r>
              <a:rPr lang="en-US" altLang="zh-CN" sz="1600"/>
              <a:t>N</a:t>
            </a:r>
            <a:r>
              <a:rPr lang="zh-CN" altLang="en-US" sz="1600"/>
              <a:t>是</a:t>
            </a:r>
            <a:r>
              <a:rPr lang="en-US" altLang="zh-CN" sz="1600"/>
              <a:t>output</a:t>
            </a:r>
            <a:r>
              <a:rPr lang="zh-CN" altLang="en-US" sz="1600"/>
              <a:t>维度，</a:t>
            </a:r>
            <a:r>
              <a:rPr lang="en-US" altLang="zh-CN" sz="1600"/>
              <a:t>K</a:t>
            </a:r>
            <a:r>
              <a:rPr lang="zh-CN" altLang="en-US" sz="1600"/>
              <a:t>是</a:t>
            </a:r>
            <a:r>
              <a:rPr lang="en-US" altLang="zh-CN" sz="1600"/>
              <a:t>input</a:t>
            </a:r>
            <a:r>
              <a:rPr lang="zh-CN" altLang="en-US" sz="1600"/>
              <a:t>维度（</a:t>
            </a:r>
            <a:r>
              <a:rPr lang="en-US" altLang="zh-CN" sz="1600"/>
              <a:t>reduction</a:t>
            </a:r>
            <a:r>
              <a:rPr lang="zh-CN" altLang="en-US" sz="1600"/>
              <a:t>）</a:t>
            </a:r>
            <a:endParaRPr lang="zh-CN" altLang="zh-CN" sz="1600"/>
          </a:p>
          <a:p>
            <a:pPr>
              <a:spcAft>
                <a:spcPts val="600"/>
              </a:spcAft>
            </a:pPr>
            <a:endParaRPr lang="en-US" altLang="zh-CN" sz="1600"/>
          </a:p>
          <a:p>
            <a:pPr>
              <a:spcAft>
                <a:spcPts val="600"/>
              </a:spcAft>
            </a:pPr>
            <a:r>
              <a:rPr lang="zh-CN" altLang="en-US" sz="1600"/>
              <a:t>在这里给出 </a:t>
            </a:r>
            <a:r>
              <a:rPr lang="en-US" altLang="zh-CN" sz="1600"/>
              <a:t>5</a:t>
            </a:r>
            <a:r>
              <a:rPr lang="zh-CN" altLang="en-US" sz="1600"/>
              <a:t> 种典型情况的</a:t>
            </a:r>
            <a:r>
              <a:rPr lang="en-US" altLang="zh-CN" sz="1600"/>
              <a:t>Qs/</a:t>
            </a:r>
            <a:r>
              <a:rPr lang="en-US" altLang="zh-CN" sz="1600" err="1"/>
              <a:t>Qr</a:t>
            </a:r>
            <a:r>
              <a:rPr lang="zh-CN" altLang="en-US" sz="1600"/>
              <a:t>和</a:t>
            </a:r>
            <a:r>
              <a:rPr lang="en-US" altLang="zh-CN" sz="1600"/>
              <a:t>RI</a:t>
            </a:r>
            <a:r>
              <a:rPr lang="zh-CN" altLang="en-US" sz="1600"/>
              <a:t>（小中大三种</a:t>
            </a:r>
            <a:r>
              <a:rPr lang="zh-CN" altLang="zh-CN" sz="1600"/>
              <a:t>方阵、压缩投影、扩展投影</a:t>
            </a:r>
            <a:r>
              <a:rPr lang="zh-CN" altLang="en-US" sz="1600"/>
              <a:t>）</a:t>
            </a:r>
            <a:endParaRPr lang="en-US" altLang="zh-CN" sz="1600"/>
          </a:p>
          <a:p>
            <a:pPr>
              <a:spcAft>
                <a:spcPts val="600"/>
              </a:spcAft>
            </a:pPr>
            <a:r>
              <a:rPr lang="en-US" altLang="zh-CN" sz="1600"/>
              <a:t>[128,</a:t>
            </a:r>
            <a:r>
              <a:rPr lang="zh-CN" altLang="en-US" sz="1600"/>
              <a:t> </a:t>
            </a:r>
            <a:r>
              <a:rPr lang="en-US" altLang="zh-CN" sz="1600"/>
              <a:t>128],</a:t>
            </a:r>
            <a:r>
              <a:rPr lang="zh-CN" altLang="en-US" sz="1600"/>
              <a:t> </a:t>
            </a:r>
            <a:r>
              <a:rPr lang="en-US" altLang="zh-CN" sz="1600"/>
              <a:t>[1024,</a:t>
            </a:r>
            <a:r>
              <a:rPr lang="zh-CN" altLang="en-US" sz="1600"/>
              <a:t> </a:t>
            </a:r>
            <a:r>
              <a:rPr lang="en-US" altLang="zh-CN" sz="1600"/>
              <a:t>1024],</a:t>
            </a:r>
            <a:r>
              <a:rPr lang="zh-CN" altLang="en-US" sz="1600"/>
              <a:t> </a:t>
            </a:r>
            <a:r>
              <a:rPr lang="en-US" altLang="zh-CN" sz="1600"/>
              <a:t>[4096,</a:t>
            </a:r>
            <a:r>
              <a:rPr lang="zh-CN" altLang="en-US" sz="1600"/>
              <a:t> </a:t>
            </a:r>
            <a:r>
              <a:rPr lang="en-US" altLang="zh-CN" sz="1600"/>
              <a:t>4096],</a:t>
            </a:r>
            <a:r>
              <a:rPr lang="zh-CN" altLang="en-US" sz="1600"/>
              <a:t> </a:t>
            </a:r>
            <a:r>
              <a:rPr lang="en-US" altLang="zh-CN" sz="1600"/>
              <a:t>[1024,</a:t>
            </a:r>
            <a:r>
              <a:rPr lang="zh-CN" altLang="en-US" sz="1600"/>
              <a:t> </a:t>
            </a:r>
            <a:r>
              <a:rPr lang="en-US" altLang="zh-CN" sz="1600"/>
              <a:t>4096],</a:t>
            </a:r>
            <a:r>
              <a:rPr lang="zh-CN" altLang="en-US" sz="1600"/>
              <a:t> </a:t>
            </a:r>
            <a:r>
              <a:rPr lang="en-US" altLang="zh-CN" sz="1600"/>
              <a:t>[4096,</a:t>
            </a:r>
            <a:r>
              <a:rPr lang="zh-CN" altLang="en-US" sz="1600"/>
              <a:t> </a:t>
            </a:r>
            <a:r>
              <a:rPr lang="en-US" altLang="zh-CN" sz="1600"/>
              <a:t>1024]</a:t>
            </a:r>
          </a:p>
        </p:txBody>
      </p:sp>
    </p:spTree>
    <p:extLst>
      <p:ext uri="{BB962C8B-B14F-4D97-AF65-F5344CB8AC3E}">
        <p14:creationId xmlns:p14="http://schemas.microsoft.com/office/powerpoint/2010/main" val="3551479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1A81-FC3D-F586-270E-4F11AD78F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5CC1CA-E873-B95C-CC7A-6AF401BC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28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55043C6-50C9-DFC3-CE01-4834087F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E39622-8A89-507E-8A8D-0565E9D5D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推理的典型</a:t>
            </a:r>
            <a:r>
              <a:rPr lang="en-US" altLang="zh-CN"/>
              <a:t>workload</a:t>
            </a:r>
            <a:r>
              <a:rPr lang="zh-CN" altLang="en-US"/>
              <a:t>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9112DBD-C8FF-E79C-5C1D-FCB7C91E287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146193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rgbClr val="FF0000"/>
                </a:solidFill>
                <a:cs typeface="Arial" panose="020B0604020202020204" pitchFamily="34" charset="0"/>
              </a:rPr>
              <a:t>实际的</a:t>
            </a:r>
            <a:r>
              <a:rPr lang="en-US" altLang="zh-CN" sz="1600" b="1">
                <a:solidFill>
                  <a:srgbClr val="FF0000"/>
                </a:solidFill>
                <a:cs typeface="Arial" panose="020B0604020202020204" pitchFamily="34" charset="0"/>
              </a:rPr>
              <a:t>case</a:t>
            </a:r>
            <a:r>
              <a:rPr lang="zh-CN" altLang="en-US" sz="1600" b="1">
                <a:solidFill>
                  <a:srgbClr val="FF0000"/>
                </a:solidFill>
                <a:cs typeface="Arial" panose="020B0604020202020204" pitchFamily="34" charset="0"/>
              </a:rPr>
              <a:t>讨论，也就是 </a:t>
            </a:r>
            <a:r>
              <a:rPr lang="en-US" altLang="zh-CN" sz="1600" b="1">
                <a:solidFill>
                  <a:srgbClr val="FF0000"/>
                </a:solidFill>
                <a:cs typeface="Arial" panose="020B0604020202020204" pitchFamily="34" charset="0"/>
              </a:rPr>
              <a:t>Table</a:t>
            </a:r>
            <a:r>
              <a:rPr lang="zh-CN" altLang="en-US" sz="1600" b="1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cs typeface="Arial" panose="020B0604020202020204" pitchFamily="34" charset="0"/>
              </a:rPr>
              <a:t>II</a:t>
            </a:r>
            <a:r>
              <a:rPr lang="zh-CN" altLang="en-US" sz="1600" b="1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cs typeface="Arial" panose="020B0604020202020204" pitchFamily="34" charset="0"/>
              </a:rPr>
              <a:t>(b)</a:t>
            </a:r>
            <a:endParaRPr lang="en-US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zh-CN" altLang="zh-CN" sz="1600" b="1"/>
              <a:t>静态 QKV Projection、</a:t>
            </a:r>
            <a:r>
              <a:rPr lang="zh-CN" altLang="en-US" sz="1600" b="1"/>
              <a:t>包含</a:t>
            </a:r>
            <a:r>
              <a:rPr lang="zh-CN" altLang="zh-CN" sz="1600" b="1"/>
              <a:t>更新</a:t>
            </a:r>
            <a:r>
              <a:rPr lang="zh-CN" altLang="en-US" sz="1600" b="1"/>
              <a:t>的</a:t>
            </a:r>
            <a:r>
              <a:rPr lang="zh-CN" altLang="zh-CN" sz="1600" b="1"/>
              <a:t> FFN／</a:t>
            </a:r>
            <a:r>
              <a:rPr lang="en-US" altLang="zh-CN" sz="1600" b="1" err="1"/>
              <a:t>MoE</a:t>
            </a:r>
            <a:r>
              <a:rPr lang="zh-CN" altLang="zh-CN" sz="1600" b="1"/>
              <a:t> 、Attention Prefill、Attention Decode</a:t>
            </a:r>
            <a:endParaRPr lang="en-US" altLang="zh-CN" sz="1600" b="1"/>
          </a:p>
          <a:p>
            <a:endParaRPr lang="en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chemeClr val="tx1"/>
                </a:solidFill>
                <a:cs typeface="Arial" panose="020B0604020202020204" pitchFamily="34" charset="0"/>
              </a:rPr>
              <a:t>在这里讨论的是实际的推理</a:t>
            </a:r>
            <a:r>
              <a:rPr lang="en-US" altLang="zh-CN" sz="1600" b="1">
                <a:solidFill>
                  <a:schemeClr val="tx1"/>
                </a:solidFill>
                <a:cs typeface="Arial" panose="020B0604020202020204" pitchFamily="34" charset="0"/>
              </a:rPr>
              <a:t>workload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，根据实际的开源模型，选定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6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个：</a:t>
            </a:r>
            <a:r>
              <a:rPr lang="en" altLang="zh-CN" sz="1600">
                <a:solidFill>
                  <a:schemeClr val="tx1"/>
                </a:solidFill>
                <a:cs typeface="Arial" panose="020B0604020202020204" pitchFamily="34" charset="0"/>
              </a:rPr>
              <a:t>2B → 8B → 35B → 295B → 1T</a:t>
            </a:r>
            <a:r>
              <a:rPr lang="zh-CN" altLang="en" sz="1600">
                <a:solidFill>
                  <a:schemeClr val="tx1"/>
                </a:solidFill>
                <a:cs typeface="Arial" panose="020B0604020202020204" pitchFamily="34" charset="0"/>
              </a:rPr>
              <a:t>／</a:t>
            </a:r>
            <a:r>
              <a:rPr lang="en" altLang="zh-CN" sz="1600">
                <a:solidFill>
                  <a:schemeClr val="tx1"/>
                </a:solidFill>
                <a:cs typeface="Arial" panose="020B0604020202020204" pitchFamily="34" charset="0"/>
              </a:rPr>
              <a:t>1.02T</a:t>
            </a:r>
            <a:endParaRPr lang="en-US" altLang="zh-CN" sz="1600">
              <a:solidFill>
                <a:schemeClr val="tx1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两个 </a:t>
            </a:r>
            <a:r>
              <a:rPr lang="en" altLang="zh-CN" sz="1600">
                <a:solidFill>
                  <a:schemeClr val="tx1"/>
                </a:solidFill>
                <a:cs typeface="Arial" panose="020B0604020202020204" pitchFamily="34" charset="0"/>
              </a:rPr>
              <a:t>Dense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（端侧）</a:t>
            </a:r>
            <a:r>
              <a:rPr lang="zh-CN" altLang="en" sz="1600">
                <a:solidFill>
                  <a:schemeClr val="tx1"/>
                </a:solidFill>
                <a:cs typeface="Arial" panose="020B0604020202020204" pitchFamily="34" charset="0"/>
              </a:rPr>
              <a:t>、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四个 </a:t>
            </a:r>
            <a:r>
              <a:rPr lang="en" altLang="zh-CN" sz="1600" err="1">
                <a:solidFill>
                  <a:schemeClr val="tx1"/>
                </a:solidFill>
                <a:cs typeface="Arial" panose="020B0604020202020204" pitchFamily="34" charset="0"/>
              </a:rPr>
              <a:t>MoE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（主流），他们的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Attention</a:t>
            </a:r>
            <a:r>
              <a:rPr lang="zh-CN" altLang="en-US" sz="1600">
                <a:solidFill>
                  <a:schemeClr val="tx1"/>
                </a:solidFill>
                <a:cs typeface="Arial" panose="020B0604020202020204" pitchFamily="34" charset="0"/>
              </a:rPr>
              <a:t>都是类似的</a:t>
            </a:r>
            <a:r>
              <a:rPr lang="en-US" altLang="zh-CN" sz="1600">
                <a:solidFill>
                  <a:schemeClr val="tx1"/>
                </a:solidFill>
                <a:cs typeface="Arial" panose="020B0604020202020204" pitchFamily="34" charset="0"/>
              </a:rPr>
              <a:t>GQA</a:t>
            </a:r>
            <a:endParaRPr lang="zh-CN" altLang="zh-CN" sz="16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ED1AEBE-9A62-418A-D89A-95435E10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31" y="3563044"/>
            <a:ext cx="9401138" cy="321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16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E3CF-CDBC-182E-7DB1-5EF08910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8567E6-0B5E-40B6-2DB1-DDA3214D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29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918F2A-96C7-DA2B-EB20-C64F70E0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A98115-D459-385E-46FB-BCB5AADCB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推理的典型</a:t>
            </a:r>
            <a:r>
              <a:rPr lang="en-US" altLang="zh-CN"/>
              <a:t>workload</a:t>
            </a:r>
            <a:r>
              <a:rPr lang="zh-CN" altLang="en-US"/>
              <a:t>分析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288A50-B68A-0808-7743-A1C96B66E18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21342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实际的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case</a:t>
            </a: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讨论，也就是 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Table</a:t>
            </a: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II</a:t>
            </a:r>
            <a:r>
              <a:rPr lang="zh-CN" altLang="en-US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(b)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zh-CN" sz="1600" b="1"/>
              <a:t>静态 QKV Projection、</a:t>
            </a:r>
            <a:r>
              <a:rPr lang="zh-CN" altLang="en-US" sz="1600" b="1"/>
              <a:t>包含</a:t>
            </a:r>
            <a:r>
              <a:rPr lang="zh-CN" altLang="zh-CN" sz="1600" b="1"/>
              <a:t>更新</a:t>
            </a:r>
            <a:r>
              <a:rPr lang="zh-CN" altLang="en-US" sz="1600" b="1"/>
              <a:t>的</a:t>
            </a:r>
            <a:r>
              <a:rPr lang="zh-CN" altLang="zh-CN" sz="1600" b="1"/>
              <a:t> FFN／</a:t>
            </a:r>
            <a:r>
              <a:rPr lang="en-US" altLang="zh-CN" sz="1600" b="1" err="1"/>
              <a:t>MoE</a:t>
            </a:r>
            <a:r>
              <a:rPr lang="zh-CN" altLang="zh-CN" sz="1600" b="1"/>
              <a:t> 、Attention Prefill、Attention Decode</a:t>
            </a:r>
            <a:endParaRPr lang="en-US" altLang="zh-CN" sz="1600" b="1"/>
          </a:p>
          <a:p>
            <a:endParaRPr lang="en-US" altLang="zh-CN" sz="1600"/>
          </a:p>
          <a:p>
            <a:r>
              <a:rPr lang="zh-CN" altLang="zh-CN" sz="1600"/>
              <a:t>QKV 对应静态</a:t>
            </a:r>
            <a:r>
              <a:rPr lang="zh-CN" altLang="en-US" sz="1600"/>
              <a:t>工作</a:t>
            </a:r>
            <a:r>
              <a:rPr lang="zh-CN" altLang="zh-CN" sz="1600"/>
              <a:t>点，FFN／MoE 对应有限</a:t>
            </a:r>
            <a:r>
              <a:rPr lang="zh-CN" altLang="en-US" sz="1600"/>
              <a:t>的</a:t>
            </a:r>
            <a:r>
              <a:rPr lang="zh-CN" altLang="zh-CN" sz="1600"/>
              <a:t>驻留复用，两个 Attention 行对应完整建立状态与增量更新状态</a:t>
            </a:r>
            <a:endParaRPr lang="en-US" altLang="zh-CN" sz="1600"/>
          </a:p>
          <a:p>
            <a:r>
              <a:rPr lang="en-US" altLang="zh-CN" sz="1600"/>
              <a:t>	</a:t>
            </a:r>
          </a:p>
          <a:p>
            <a:r>
              <a:rPr lang="zh-CN" altLang="zh-CN" sz="1600"/>
              <a:t>B</a:t>
            </a:r>
            <a:r>
              <a:rPr lang="zh-CN" altLang="en-US" sz="1600"/>
              <a:t> </a:t>
            </a:r>
            <a:r>
              <a:rPr lang="en-US" altLang="zh-CN" sz="1600"/>
              <a:t>=</a:t>
            </a:r>
            <a:r>
              <a:rPr lang="zh-CN" altLang="en-US" sz="1600"/>
              <a:t> </a:t>
            </a:r>
            <a:r>
              <a:rPr lang="zh-CN" altLang="zh-CN" sz="1600"/>
              <a:t>同一份 FFN／</a:t>
            </a:r>
            <a:r>
              <a:rPr lang="en-US" altLang="zh-CN" sz="1600" err="1"/>
              <a:t>MoE</a:t>
            </a:r>
            <a:r>
              <a:rPr lang="zh-CN" altLang="en-US" sz="1600"/>
              <a:t> 权重</a:t>
            </a:r>
            <a:r>
              <a:rPr lang="zh-CN" altLang="zh-CN" sz="1600"/>
              <a:t>在本次装载后、下一次替换前服务的输入向量总数</a:t>
            </a:r>
            <a:r>
              <a:rPr lang="zh-CN" altLang="en-US" sz="1600"/>
              <a:t>，影响 </a:t>
            </a:r>
            <a:r>
              <a:rPr lang="en-US" altLang="zh-CN" sz="1600"/>
              <a:t>FFN./</a:t>
            </a:r>
            <a:r>
              <a:rPr lang="en-US" altLang="zh-CN" sz="1600" err="1"/>
              <a:t>MoE</a:t>
            </a:r>
            <a:r>
              <a:rPr lang="zh-CN" altLang="en-US" sz="1600"/>
              <a:t> 这边的参数</a:t>
            </a:r>
            <a:endParaRPr lang="en-US" altLang="zh-CN" sz="1600"/>
          </a:p>
          <a:p>
            <a:r>
              <a:rPr lang="en-US" altLang="zh-CN" sz="1600"/>
              <a:t>L</a:t>
            </a:r>
            <a:r>
              <a:rPr lang="zh-CN" altLang="en-US" sz="1600"/>
              <a:t> </a:t>
            </a:r>
            <a:r>
              <a:rPr lang="en-US" altLang="zh-CN" sz="1600"/>
              <a:t>=</a:t>
            </a:r>
            <a:r>
              <a:rPr lang="zh-CN" altLang="en-US" sz="1600"/>
              <a:t> </a:t>
            </a:r>
            <a:r>
              <a:rPr lang="zh-CN" altLang="zh-CN" sz="1600"/>
              <a:t>本次结束时可见的 KV 长度</a:t>
            </a:r>
            <a:r>
              <a:rPr lang="zh-CN" altLang="en-US" sz="1600"/>
              <a:t>，影响 </a:t>
            </a:r>
            <a:r>
              <a:rPr lang="en-US" altLang="zh-CN" sz="1600"/>
              <a:t>Attention</a:t>
            </a:r>
            <a:r>
              <a:rPr lang="zh-CN" altLang="en-US" sz="1600"/>
              <a:t> 这边的参数</a:t>
            </a:r>
            <a:endParaRPr lang="en-US" altLang="zh-CN" sz="1600"/>
          </a:p>
          <a:p>
            <a:r>
              <a:rPr lang="zh-CN" altLang="en-US" sz="1600"/>
              <a:t>目前考虑 </a:t>
            </a:r>
            <a:r>
              <a:rPr lang="en-US" altLang="zh-CN" sz="1600"/>
              <a:t>B</a:t>
            </a:r>
            <a:r>
              <a:rPr lang="zh-CN" altLang="en-US" sz="1600"/>
              <a:t> </a:t>
            </a:r>
            <a:r>
              <a:rPr lang="en-US" altLang="zh-CN" sz="1600"/>
              <a:t>=</a:t>
            </a:r>
            <a:r>
              <a:rPr lang="zh-CN" altLang="en-US" sz="1600"/>
              <a:t> </a:t>
            </a:r>
            <a:r>
              <a:rPr lang="en-US" altLang="zh-CN" sz="1600"/>
              <a:t>{8,</a:t>
            </a:r>
            <a:r>
              <a:rPr lang="zh-CN" altLang="en-US" sz="1600"/>
              <a:t> </a:t>
            </a:r>
            <a:r>
              <a:rPr lang="en-US" altLang="zh-CN" sz="1600"/>
              <a:t>64,</a:t>
            </a:r>
            <a:r>
              <a:rPr lang="zh-CN" altLang="en-US" sz="1600"/>
              <a:t> </a:t>
            </a:r>
            <a:r>
              <a:rPr lang="en-US" altLang="zh-CN" sz="1600"/>
              <a:t>512}</a:t>
            </a:r>
            <a:r>
              <a:rPr lang="zh-CN" altLang="en-US" sz="1600"/>
              <a:t>，</a:t>
            </a:r>
            <a:r>
              <a:rPr lang="en-US" altLang="zh-CN" sz="1600"/>
              <a:t>L</a:t>
            </a:r>
            <a:r>
              <a:rPr lang="zh-CN" altLang="en-US" sz="1600"/>
              <a:t> </a:t>
            </a:r>
            <a:r>
              <a:rPr lang="en-US" altLang="zh-CN" sz="1600"/>
              <a:t>=</a:t>
            </a:r>
            <a:r>
              <a:rPr lang="zh-CN" altLang="en-US" sz="1600"/>
              <a:t> </a:t>
            </a:r>
            <a:r>
              <a:rPr lang="en-US" altLang="zh-CN" sz="1600"/>
              <a:t>{1K,</a:t>
            </a:r>
            <a:r>
              <a:rPr lang="zh-CN" altLang="en-US" sz="1600"/>
              <a:t> </a:t>
            </a:r>
            <a:r>
              <a:rPr lang="en-US" altLang="zh-CN" sz="1600"/>
              <a:t>16K,</a:t>
            </a:r>
            <a:r>
              <a:rPr lang="zh-CN" altLang="en-US" sz="1600"/>
              <a:t> </a:t>
            </a:r>
            <a:r>
              <a:rPr lang="en-US" altLang="zh-CN" sz="1600"/>
              <a:t>128K}</a:t>
            </a:r>
            <a:endParaRPr lang="zh-CN" altLang="zh-CN" sz="160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C1CBB0-5F48-2B11-3A32-2F897365B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768" y="4334350"/>
            <a:ext cx="9378464" cy="233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09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0CB4F-3D42-D8C7-9208-9F5E8B15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DBA1B5F5-75C7-FE22-A1E7-0C6CDDF27537}"/>
              </a:ext>
            </a:extLst>
          </p:cNvPr>
          <p:cNvCxnSpPr>
            <a:stCxn id="13" idx="3"/>
            <a:endCxn id="11" idx="3"/>
          </p:cNvCxnSpPr>
          <p:nvPr/>
        </p:nvCxnSpPr>
        <p:spPr>
          <a:xfrm>
            <a:off x="5538303" y="3143490"/>
            <a:ext cx="12700" cy="2395438"/>
          </a:xfrm>
          <a:prstGeom prst="bentConnector3">
            <a:avLst>
              <a:gd name="adj1" fmla="val 2186299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52C4EA5-B65D-1DB8-BA9D-22174CC019D9}"/>
              </a:ext>
            </a:extLst>
          </p:cNvPr>
          <p:cNvSpPr/>
          <p:nvPr/>
        </p:nvSpPr>
        <p:spPr>
          <a:xfrm>
            <a:off x="2442303" y="2531490"/>
            <a:ext cx="3096000" cy="1224000"/>
          </a:xfrm>
          <a:prstGeom prst="roundRect">
            <a:avLst>
              <a:gd name="adj" fmla="val 8009"/>
            </a:avLst>
          </a:prstGeom>
          <a:solidFill>
            <a:srgbClr val="DDF1EF"/>
          </a:solidFill>
          <a:ln w="28575">
            <a:solidFill>
              <a:srgbClr val="1A9A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箭头: 上 67">
            <a:extLst>
              <a:ext uri="{FF2B5EF4-FFF2-40B4-BE49-F238E27FC236}">
                <a16:creationId xmlns:a16="http://schemas.microsoft.com/office/drawing/2014/main" id="{31BDCEFC-6F4B-5A9C-7B85-9959C03760CB}"/>
              </a:ext>
            </a:extLst>
          </p:cNvPr>
          <p:cNvSpPr/>
          <p:nvPr/>
        </p:nvSpPr>
        <p:spPr>
          <a:xfrm>
            <a:off x="3558303" y="3720535"/>
            <a:ext cx="864000" cy="1224000"/>
          </a:xfrm>
          <a:prstGeom prst="upArrow">
            <a:avLst>
              <a:gd name="adj1" fmla="val 50000"/>
              <a:gd name="adj2" fmla="val 3248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B8E98F-7331-F165-91C4-535BD36D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30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B002BF-261A-8F3B-B02B-045A956A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7805D5-B6E6-A2D3-285B-D4BE9E0C9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Fig1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A1CE276-FF65-A335-29F7-669A5F697E2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图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59FC4A0-320A-BF80-FB44-B971B8D8ACCC}"/>
              </a:ext>
            </a:extLst>
          </p:cNvPr>
          <p:cNvSpPr/>
          <p:nvPr/>
        </p:nvSpPr>
        <p:spPr>
          <a:xfrm>
            <a:off x="2442303" y="4926928"/>
            <a:ext cx="3096000" cy="1224000"/>
          </a:xfrm>
          <a:prstGeom prst="roundRect">
            <a:avLst>
              <a:gd name="adj" fmla="val 8009"/>
            </a:avLst>
          </a:prstGeom>
          <a:solidFill>
            <a:srgbClr val="EBE2F6"/>
          </a:solidFill>
          <a:ln w="28575">
            <a:solidFill>
              <a:srgbClr val="9B72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F02F96A-F480-A9F2-A2BF-11D907837810}"/>
              </a:ext>
            </a:extLst>
          </p:cNvPr>
          <p:cNvGrpSpPr/>
          <p:nvPr/>
        </p:nvGrpSpPr>
        <p:grpSpPr>
          <a:xfrm>
            <a:off x="2969042" y="5312261"/>
            <a:ext cx="725195" cy="729773"/>
            <a:chOff x="6666072" y="5009994"/>
            <a:chExt cx="725195" cy="729773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46836F9B-8CE2-0ED7-84EB-823CB64B28A2}"/>
                </a:ext>
              </a:extLst>
            </p:cNvPr>
            <p:cNvSpPr/>
            <p:nvPr/>
          </p:nvSpPr>
          <p:spPr>
            <a:xfrm>
              <a:off x="6671267" y="5009994"/>
              <a:ext cx="720000" cy="720000"/>
            </a:xfrm>
            <a:prstGeom prst="roundRect">
              <a:avLst>
                <a:gd name="adj" fmla="val 8009"/>
              </a:avLst>
            </a:prstGeom>
            <a:solidFill>
              <a:srgbClr val="EDF2F7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DA4807E-7247-D781-03FA-C80603F9AAED}"/>
                </a:ext>
              </a:extLst>
            </p:cNvPr>
            <p:cNvCxnSpPr>
              <a:stCxn id="37" idx="0"/>
            </p:cNvCxnSpPr>
            <p:nvPr/>
          </p:nvCxnSpPr>
          <p:spPr>
            <a:xfrm flipH="1">
              <a:off x="7026072" y="5015438"/>
              <a:ext cx="2814" cy="72000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F390B6C-8983-630A-549A-B97500F31A32}"/>
                </a:ext>
              </a:extLst>
            </p:cNvPr>
            <p:cNvCxnSpPr>
              <a:cxnSpLocks/>
              <a:stCxn id="37" idx="1"/>
              <a:endCxn id="37" idx="3"/>
            </p:cNvCxnSpPr>
            <p:nvPr/>
          </p:nvCxnSpPr>
          <p:spPr>
            <a:xfrm>
              <a:off x="6668886" y="5375438"/>
              <a:ext cx="720000" cy="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9F1B08F-2854-4C27-B016-12AAEC783FFA}"/>
                </a:ext>
              </a:extLst>
            </p:cNvPr>
            <p:cNvCxnSpPr>
              <a:cxnSpLocks/>
            </p:cNvCxnSpPr>
            <p:nvPr/>
          </p:nvCxnSpPr>
          <p:spPr>
            <a:xfrm>
              <a:off x="6849859" y="5015438"/>
              <a:ext cx="0" cy="72000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3BE5F139-C42E-1928-176B-685B330A8029}"/>
                </a:ext>
              </a:extLst>
            </p:cNvPr>
            <p:cNvCxnSpPr>
              <a:cxnSpLocks/>
            </p:cNvCxnSpPr>
            <p:nvPr/>
          </p:nvCxnSpPr>
          <p:spPr>
            <a:xfrm>
              <a:off x="7204665" y="5019767"/>
              <a:ext cx="0" cy="72000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A0CFFD2-347A-D7A8-8FC2-84E3FA52363F}"/>
                </a:ext>
              </a:extLst>
            </p:cNvPr>
            <p:cNvCxnSpPr>
              <a:cxnSpLocks/>
            </p:cNvCxnSpPr>
            <p:nvPr/>
          </p:nvCxnSpPr>
          <p:spPr>
            <a:xfrm>
              <a:off x="6668886" y="5199226"/>
              <a:ext cx="720000" cy="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A66FB76-3DD3-348E-FAE2-126D46F2DB55}"/>
                </a:ext>
              </a:extLst>
            </p:cNvPr>
            <p:cNvCxnSpPr>
              <a:cxnSpLocks/>
            </p:cNvCxnSpPr>
            <p:nvPr/>
          </p:nvCxnSpPr>
          <p:spPr>
            <a:xfrm>
              <a:off x="6666072" y="5554031"/>
              <a:ext cx="720000" cy="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E7AA773-A84A-5370-C9BA-DA819BAAF0FA}"/>
                </a:ext>
              </a:extLst>
            </p:cNvPr>
            <p:cNvSpPr/>
            <p:nvPr/>
          </p:nvSpPr>
          <p:spPr>
            <a:xfrm>
              <a:off x="6668886" y="5015438"/>
              <a:ext cx="720000" cy="720000"/>
            </a:xfrm>
            <a:prstGeom prst="roundRect">
              <a:avLst>
                <a:gd name="adj" fmla="val 8009"/>
              </a:avLst>
            </a:prstGeom>
            <a:noFill/>
            <a:ln w="19050">
              <a:solidFill>
                <a:srgbClr val="6979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B02C147-F7AB-926B-D6E4-571C12013621}"/>
                </a:ext>
              </a:extLst>
            </p:cNvPr>
            <p:cNvSpPr/>
            <p:nvPr/>
          </p:nvSpPr>
          <p:spPr>
            <a:xfrm>
              <a:off x="6857220" y="5206154"/>
              <a:ext cx="342681" cy="3420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13D30A8E-DECC-5F7F-5F01-FB826F106411}"/>
              </a:ext>
            </a:extLst>
          </p:cNvPr>
          <p:cNvGrpSpPr/>
          <p:nvPr/>
        </p:nvGrpSpPr>
        <p:grpSpPr>
          <a:xfrm>
            <a:off x="4288198" y="5316886"/>
            <a:ext cx="725195" cy="729773"/>
            <a:chOff x="7973323" y="5014619"/>
            <a:chExt cx="725195" cy="729773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269D12D9-901A-2FE5-B697-13AF7D047F80}"/>
                </a:ext>
              </a:extLst>
            </p:cNvPr>
            <p:cNvSpPr/>
            <p:nvPr/>
          </p:nvSpPr>
          <p:spPr>
            <a:xfrm>
              <a:off x="7978518" y="5014619"/>
              <a:ext cx="720000" cy="720000"/>
            </a:xfrm>
            <a:prstGeom prst="roundRect">
              <a:avLst>
                <a:gd name="adj" fmla="val 8009"/>
              </a:avLst>
            </a:prstGeom>
            <a:solidFill>
              <a:srgbClr val="EDF2F7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B43A7453-6068-BB2F-B320-5B6966798DA0}"/>
                </a:ext>
              </a:extLst>
            </p:cNvPr>
            <p:cNvCxnSpPr>
              <a:stCxn id="46" idx="0"/>
            </p:cNvCxnSpPr>
            <p:nvPr/>
          </p:nvCxnSpPr>
          <p:spPr>
            <a:xfrm flipH="1">
              <a:off x="8333323" y="5020063"/>
              <a:ext cx="2814" cy="72000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B052234-65B2-3D02-8876-343BCBEF3154}"/>
                </a:ext>
              </a:extLst>
            </p:cNvPr>
            <p:cNvCxnSpPr>
              <a:cxnSpLocks/>
              <a:stCxn id="46" idx="1"/>
              <a:endCxn id="46" idx="3"/>
            </p:cNvCxnSpPr>
            <p:nvPr/>
          </p:nvCxnSpPr>
          <p:spPr>
            <a:xfrm>
              <a:off x="7976137" y="5380063"/>
              <a:ext cx="720000" cy="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D238C5-146F-BE95-16F6-B2C50258985B}"/>
                </a:ext>
              </a:extLst>
            </p:cNvPr>
            <p:cNvCxnSpPr>
              <a:cxnSpLocks/>
            </p:cNvCxnSpPr>
            <p:nvPr/>
          </p:nvCxnSpPr>
          <p:spPr>
            <a:xfrm>
              <a:off x="8157110" y="5020063"/>
              <a:ext cx="0" cy="72000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D0DE84F-9617-4A8B-89A3-C4A21BAEA186}"/>
                </a:ext>
              </a:extLst>
            </p:cNvPr>
            <p:cNvCxnSpPr>
              <a:cxnSpLocks/>
            </p:cNvCxnSpPr>
            <p:nvPr/>
          </p:nvCxnSpPr>
          <p:spPr>
            <a:xfrm>
              <a:off x="8511916" y="5024392"/>
              <a:ext cx="0" cy="72000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209A66C0-8269-7555-2C47-DCDA91CD081A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7" y="5203851"/>
              <a:ext cx="720000" cy="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EA59BC66-3662-C4EA-4225-9ED1B08FCC33}"/>
                </a:ext>
              </a:extLst>
            </p:cNvPr>
            <p:cNvCxnSpPr>
              <a:cxnSpLocks/>
            </p:cNvCxnSpPr>
            <p:nvPr/>
          </p:nvCxnSpPr>
          <p:spPr>
            <a:xfrm>
              <a:off x="7973323" y="5558656"/>
              <a:ext cx="720000" cy="0"/>
            </a:xfrm>
            <a:prstGeom prst="line">
              <a:avLst/>
            </a:prstGeom>
            <a:ln w="12700">
              <a:solidFill>
                <a:srgbClr val="ACB7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5EFF5590-915C-13A4-072E-F9882CA5D36C}"/>
                </a:ext>
              </a:extLst>
            </p:cNvPr>
            <p:cNvSpPr/>
            <p:nvPr/>
          </p:nvSpPr>
          <p:spPr>
            <a:xfrm>
              <a:off x="7976137" y="5020063"/>
              <a:ext cx="720000" cy="720000"/>
            </a:xfrm>
            <a:prstGeom prst="roundRect">
              <a:avLst>
                <a:gd name="adj" fmla="val 8009"/>
              </a:avLst>
            </a:prstGeom>
            <a:noFill/>
            <a:ln w="19050">
              <a:solidFill>
                <a:srgbClr val="69798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62AEE02-E49D-7E10-4F75-AABB60809F49}"/>
                </a:ext>
              </a:extLst>
            </p:cNvPr>
            <p:cNvSpPr/>
            <p:nvPr/>
          </p:nvSpPr>
          <p:spPr>
            <a:xfrm>
              <a:off x="8164471" y="5210779"/>
              <a:ext cx="342681" cy="342000"/>
            </a:xfrm>
            <a:prstGeom prst="rect">
              <a:avLst/>
            </a:prstGeom>
            <a:solidFill>
              <a:srgbClr val="EDF2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endPara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6554D889-F3DB-A311-1B70-0F132DF1EAD5}"/>
              </a:ext>
            </a:extLst>
          </p:cNvPr>
          <p:cNvSpPr txBox="1"/>
          <p:nvPr/>
        </p:nvSpPr>
        <p:spPr>
          <a:xfrm>
            <a:off x="2442303" y="4958068"/>
            <a:ext cx="3096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  <a:endParaRPr lang="zh-CN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481B53E-FA91-721C-1303-42173CD127CA}"/>
              </a:ext>
            </a:extLst>
          </p:cNvPr>
          <p:cNvGrpSpPr/>
          <p:nvPr/>
        </p:nvGrpSpPr>
        <p:grpSpPr>
          <a:xfrm>
            <a:off x="3846303" y="4115235"/>
            <a:ext cx="288000" cy="288000"/>
            <a:chOff x="8001926" y="4037126"/>
            <a:chExt cx="288000" cy="288000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89C4931C-BADE-04CA-7249-AD299000C2E5}"/>
                </a:ext>
              </a:extLst>
            </p:cNvPr>
            <p:cNvGrpSpPr/>
            <p:nvPr/>
          </p:nvGrpSpPr>
          <p:grpSpPr>
            <a:xfrm>
              <a:off x="8001926" y="4037126"/>
              <a:ext cx="288000" cy="288000"/>
              <a:chOff x="7386072" y="1622491"/>
              <a:chExt cx="722381" cy="725444"/>
            </a:xfrm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4F99CC61-795D-5F3C-2F00-C0BFC6226ACF}"/>
                  </a:ext>
                </a:extLst>
              </p:cNvPr>
              <p:cNvSpPr/>
              <p:nvPr/>
            </p:nvSpPr>
            <p:spPr>
              <a:xfrm>
                <a:off x="7388453" y="1622491"/>
                <a:ext cx="720000" cy="720000"/>
              </a:xfrm>
              <a:prstGeom prst="roundRect">
                <a:avLst>
                  <a:gd name="adj" fmla="val 8009"/>
                </a:avLst>
              </a:prstGeom>
              <a:solidFill>
                <a:srgbClr val="EDF2F7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FA2CD4D0-0D3B-E98F-87AF-B39A938DA1B2}"/>
                  </a:ext>
                </a:extLst>
              </p:cNvPr>
              <p:cNvSpPr/>
              <p:nvPr/>
            </p:nvSpPr>
            <p:spPr>
              <a:xfrm>
                <a:off x="7386072" y="1627935"/>
                <a:ext cx="720000" cy="720000"/>
              </a:xfrm>
              <a:prstGeom prst="roundRect">
                <a:avLst>
                  <a:gd name="adj" fmla="val 8009"/>
                </a:avLst>
              </a:prstGeom>
              <a:noFill/>
              <a:ln w="12700">
                <a:solidFill>
                  <a:srgbClr val="69798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1DE3FB8-C0D4-F67C-4E13-57FCF9DDC7E3}"/>
                </a:ext>
              </a:extLst>
            </p:cNvPr>
            <p:cNvSpPr txBox="1"/>
            <p:nvPr/>
          </p:nvSpPr>
          <p:spPr>
            <a:xfrm>
              <a:off x="8011652" y="4060040"/>
              <a:ext cx="267598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CN" altLang="en-US" sz="16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2D41781B-3937-6EFA-3E1D-AAD508552369}"/>
              </a:ext>
            </a:extLst>
          </p:cNvPr>
          <p:cNvSpPr txBox="1"/>
          <p:nvPr/>
        </p:nvSpPr>
        <p:spPr>
          <a:xfrm>
            <a:off x="2029560" y="2172609"/>
            <a:ext cx="282879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(a) Von Neumann / GPU</a:t>
            </a:r>
            <a:endParaRPr lang="zh-CN" altLang="en-US" b="1">
              <a:cs typeface="Calibri" panose="020F050202020403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6FF4ED8-7B50-3BC6-0A09-497661659FDF}"/>
              </a:ext>
            </a:extLst>
          </p:cNvPr>
          <p:cNvGrpSpPr/>
          <p:nvPr/>
        </p:nvGrpSpPr>
        <p:grpSpPr>
          <a:xfrm>
            <a:off x="3846303" y="4503970"/>
            <a:ext cx="288000" cy="288000"/>
            <a:chOff x="8001926" y="4037126"/>
            <a:chExt cx="288000" cy="288000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209B0930-6B14-2459-CA78-062D40E7E5EB}"/>
                </a:ext>
              </a:extLst>
            </p:cNvPr>
            <p:cNvGrpSpPr/>
            <p:nvPr/>
          </p:nvGrpSpPr>
          <p:grpSpPr>
            <a:xfrm>
              <a:off x="8001926" y="4037126"/>
              <a:ext cx="288000" cy="288000"/>
              <a:chOff x="7386072" y="1622491"/>
              <a:chExt cx="722381" cy="725444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D2FED9CB-5F82-6D28-8737-EBDB60077B29}"/>
                  </a:ext>
                </a:extLst>
              </p:cNvPr>
              <p:cNvSpPr/>
              <p:nvPr/>
            </p:nvSpPr>
            <p:spPr>
              <a:xfrm>
                <a:off x="7388453" y="1622491"/>
                <a:ext cx="720000" cy="720000"/>
              </a:xfrm>
              <a:prstGeom prst="roundRect">
                <a:avLst>
                  <a:gd name="adj" fmla="val 8009"/>
                </a:avLst>
              </a:prstGeom>
              <a:solidFill>
                <a:srgbClr val="EDF2F7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矩形: 圆角 75">
                <a:extLst>
                  <a:ext uri="{FF2B5EF4-FFF2-40B4-BE49-F238E27FC236}">
                    <a16:creationId xmlns:a16="http://schemas.microsoft.com/office/drawing/2014/main" id="{5E1919FC-B549-9CA7-A4FD-32F5DB1B5CE4}"/>
                  </a:ext>
                </a:extLst>
              </p:cNvPr>
              <p:cNvSpPr/>
              <p:nvPr/>
            </p:nvSpPr>
            <p:spPr>
              <a:xfrm>
                <a:off x="7386072" y="1627935"/>
                <a:ext cx="720000" cy="720000"/>
              </a:xfrm>
              <a:prstGeom prst="roundRect">
                <a:avLst>
                  <a:gd name="adj" fmla="val 8009"/>
                </a:avLst>
              </a:prstGeom>
              <a:noFill/>
              <a:ln w="12700">
                <a:solidFill>
                  <a:srgbClr val="69798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F43906AB-FCD9-A82E-FE82-AE35148A51FC}"/>
                </a:ext>
              </a:extLst>
            </p:cNvPr>
            <p:cNvSpPr txBox="1"/>
            <p:nvPr/>
          </p:nvSpPr>
          <p:spPr>
            <a:xfrm>
              <a:off x="8011652" y="4060040"/>
              <a:ext cx="267598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endParaRPr lang="zh-CN" altLang="en-US" sz="16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D1C09EBF-C78E-16DE-8C86-F7A3345989DF}"/>
              </a:ext>
            </a:extLst>
          </p:cNvPr>
          <p:cNvSpPr txBox="1"/>
          <p:nvPr/>
        </p:nvSpPr>
        <p:spPr>
          <a:xfrm>
            <a:off x="4242704" y="4136946"/>
            <a:ext cx="93519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 i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algn="ctr"/>
            <a:r>
              <a:rPr lang="en-US" altLang="zh-CN" sz="1600" b="1" i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</a:t>
            </a:r>
            <a:endParaRPr lang="zh-CN" altLang="en-US" sz="1600" b="1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0A9F757-66BD-D1B2-0AA3-4E91349A54C6}"/>
              </a:ext>
            </a:extLst>
          </p:cNvPr>
          <p:cNvSpPr txBox="1"/>
          <p:nvPr/>
        </p:nvSpPr>
        <p:spPr>
          <a:xfrm>
            <a:off x="5855350" y="4190919"/>
            <a:ext cx="26759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endParaRPr lang="zh-CN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7D173404-F567-7E28-929D-10D6EF801A1F}"/>
              </a:ext>
            </a:extLst>
          </p:cNvPr>
          <p:cNvSpPr txBox="1"/>
          <p:nvPr/>
        </p:nvSpPr>
        <p:spPr>
          <a:xfrm>
            <a:off x="2449160" y="2541084"/>
            <a:ext cx="3096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</a:t>
            </a:r>
            <a:endParaRPr lang="zh-CN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E5739C19-4F08-DBA4-1259-60E343564B55}"/>
              </a:ext>
            </a:extLst>
          </p:cNvPr>
          <p:cNvGrpSpPr/>
          <p:nvPr/>
        </p:nvGrpSpPr>
        <p:grpSpPr>
          <a:xfrm>
            <a:off x="2541006" y="2896827"/>
            <a:ext cx="648000" cy="360000"/>
            <a:chOff x="6278517" y="2872063"/>
            <a:chExt cx="648000" cy="360000"/>
          </a:xfrm>
        </p:grpSpPr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F9A429C0-84EE-045B-98A8-618695E2BB0C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D2DD4DCF-B870-1C60-2A7B-C8B834A25EFE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乘号 94">
              <a:extLst>
                <a:ext uri="{FF2B5EF4-FFF2-40B4-BE49-F238E27FC236}">
                  <a16:creationId xmlns:a16="http://schemas.microsoft.com/office/drawing/2014/main" id="{3282EDEC-CA5F-E40A-6045-F3C12C50AE73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加号 95">
              <a:extLst>
                <a:ext uri="{FF2B5EF4-FFF2-40B4-BE49-F238E27FC236}">
                  <a16:creationId xmlns:a16="http://schemas.microsoft.com/office/drawing/2014/main" id="{6AFD4981-FADD-ACBA-E4FC-9D7113532295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CD831D02-5A8F-AC92-973B-BB96DFCFF23A}"/>
              </a:ext>
            </a:extLst>
          </p:cNvPr>
          <p:cNvGrpSpPr/>
          <p:nvPr/>
        </p:nvGrpSpPr>
        <p:grpSpPr>
          <a:xfrm>
            <a:off x="3293122" y="2896827"/>
            <a:ext cx="648000" cy="360000"/>
            <a:chOff x="6278517" y="2872063"/>
            <a:chExt cx="648000" cy="360000"/>
          </a:xfrm>
        </p:grpSpPr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74755093-2F6D-C84A-39DC-46CDF863B1C2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ED47EF5A-5E37-3007-209E-29FD7ECB87A9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3" name="乘号 172">
              <a:extLst>
                <a:ext uri="{FF2B5EF4-FFF2-40B4-BE49-F238E27FC236}">
                  <a16:creationId xmlns:a16="http://schemas.microsoft.com/office/drawing/2014/main" id="{DD2DE9B0-B4E6-0FE1-2793-4C4B1891727B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加号 173">
              <a:extLst>
                <a:ext uri="{FF2B5EF4-FFF2-40B4-BE49-F238E27FC236}">
                  <a16:creationId xmlns:a16="http://schemas.microsoft.com/office/drawing/2014/main" id="{FB0BD5CA-90CE-9361-EC68-12395B16F726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14D2A1F7-0F25-310E-12A8-8189873B84F6}"/>
              </a:ext>
            </a:extLst>
          </p:cNvPr>
          <p:cNvGrpSpPr/>
          <p:nvPr/>
        </p:nvGrpSpPr>
        <p:grpSpPr>
          <a:xfrm>
            <a:off x="4045238" y="2896827"/>
            <a:ext cx="648000" cy="360000"/>
            <a:chOff x="6278517" y="2872063"/>
            <a:chExt cx="648000" cy="36000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176F3D17-6E5C-5326-AD3D-70313A0513FF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8CEB6074-F69F-8B01-515D-CEBD3D3F5390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8" name="乘号 177">
              <a:extLst>
                <a:ext uri="{FF2B5EF4-FFF2-40B4-BE49-F238E27FC236}">
                  <a16:creationId xmlns:a16="http://schemas.microsoft.com/office/drawing/2014/main" id="{C75EEB96-1434-820F-A221-812D8D075187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加号 178">
              <a:extLst>
                <a:ext uri="{FF2B5EF4-FFF2-40B4-BE49-F238E27FC236}">
                  <a16:creationId xmlns:a16="http://schemas.microsoft.com/office/drawing/2014/main" id="{5273B5B4-3AD5-14E4-826E-3A043B38E00F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264C533A-F480-B55F-BCC6-88394EE79CB1}"/>
              </a:ext>
            </a:extLst>
          </p:cNvPr>
          <p:cNvGrpSpPr/>
          <p:nvPr/>
        </p:nvGrpSpPr>
        <p:grpSpPr>
          <a:xfrm>
            <a:off x="4797353" y="2896827"/>
            <a:ext cx="648000" cy="360000"/>
            <a:chOff x="6278517" y="2872063"/>
            <a:chExt cx="648000" cy="360000"/>
          </a:xfrm>
        </p:grpSpPr>
        <p:sp>
          <p:nvSpPr>
            <p:cNvPr id="181" name="矩形: 圆角 180">
              <a:extLst>
                <a:ext uri="{FF2B5EF4-FFF2-40B4-BE49-F238E27FC236}">
                  <a16:creationId xmlns:a16="http://schemas.microsoft.com/office/drawing/2014/main" id="{46F979DC-59DB-E3F3-6384-43A072F0D89A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B6A7EF61-8E1A-F876-8339-C7547417D8B9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3" name="乘号 182">
              <a:extLst>
                <a:ext uri="{FF2B5EF4-FFF2-40B4-BE49-F238E27FC236}">
                  <a16:creationId xmlns:a16="http://schemas.microsoft.com/office/drawing/2014/main" id="{9B214FB9-96A1-1C69-79EF-1C2B149F3726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加号 183">
              <a:extLst>
                <a:ext uri="{FF2B5EF4-FFF2-40B4-BE49-F238E27FC236}">
                  <a16:creationId xmlns:a16="http://schemas.microsoft.com/office/drawing/2014/main" id="{13945305-21F7-0DC5-A4FD-14A8E3BE4979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F811DD33-3139-B2C0-3BBE-EC458CB9C4F5}"/>
              </a:ext>
            </a:extLst>
          </p:cNvPr>
          <p:cNvGrpSpPr/>
          <p:nvPr/>
        </p:nvGrpSpPr>
        <p:grpSpPr>
          <a:xfrm>
            <a:off x="2540883" y="3304982"/>
            <a:ext cx="648000" cy="360000"/>
            <a:chOff x="6278517" y="2872063"/>
            <a:chExt cx="648000" cy="360000"/>
          </a:xfrm>
        </p:grpSpPr>
        <p:sp>
          <p:nvSpPr>
            <p:cNvPr id="186" name="矩形: 圆角 185">
              <a:extLst>
                <a:ext uri="{FF2B5EF4-FFF2-40B4-BE49-F238E27FC236}">
                  <a16:creationId xmlns:a16="http://schemas.microsoft.com/office/drawing/2014/main" id="{DC40E16B-E66B-79E6-6536-441B58D0B265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2C2721EA-30DC-2E2C-0233-B5BD49C34B03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8" name="乘号 187">
              <a:extLst>
                <a:ext uri="{FF2B5EF4-FFF2-40B4-BE49-F238E27FC236}">
                  <a16:creationId xmlns:a16="http://schemas.microsoft.com/office/drawing/2014/main" id="{FFD4BD1A-C809-A2CF-4EBA-7025D79A4F49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加号 188">
              <a:extLst>
                <a:ext uri="{FF2B5EF4-FFF2-40B4-BE49-F238E27FC236}">
                  <a16:creationId xmlns:a16="http://schemas.microsoft.com/office/drawing/2014/main" id="{F7D76B65-7709-61EB-E239-E2FF5CC8E910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0A2E637C-B8E2-34A1-FA37-6A988699C499}"/>
              </a:ext>
            </a:extLst>
          </p:cNvPr>
          <p:cNvGrpSpPr/>
          <p:nvPr/>
        </p:nvGrpSpPr>
        <p:grpSpPr>
          <a:xfrm>
            <a:off x="3292999" y="3304982"/>
            <a:ext cx="648000" cy="360000"/>
            <a:chOff x="6278517" y="2872063"/>
            <a:chExt cx="648000" cy="360000"/>
          </a:xfrm>
        </p:grpSpPr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FC025C40-4F49-835E-1375-ECF2AF53446E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文本框 191">
              <a:extLst>
                <a:ext uri="{FF2B5EF4-FFF2-40B4-BE49-F238E27FC236}">
                  <a16:creationId xmlns:a16="http://schemas.microsoft.com/office/drawing/2014/main" id="{8B677949-6AD6-5E4B-6D49-8F1BB7952A58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3" name="乘号 192">
              <a:extLst>
                <a:ext uri="{FF2B5EF4-FFF2-40B4-BE49-F238E27FC236}">
                  <a16:creationId xmlns:a16="http://schemas.microsoft.com/office/drawing/2014/main" id="{357A263A-41E9-1D00-9743-75A88DB963D4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加号 193">
              <a:extLst>
                <a:ext uri="{FF2B5EF4-FFF2-40B4-BE49-F238E27FC236}">
                  <a16:creationId xmlns:a16="http://schemas.microsoft.com/office/drawing/2014/main" id="{C520A897-330D-29F7-4A9C-925D8B3CAEE2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61D39F36-F53B-0C17-8EC0-EA984FF557DA}"/>
              </a:ext>
            </a:extLst>
          </p:cNvPr>
          <p:cNvGrpSpPr/>
          <p:nvPr/>
        </p:nvGrpSpPr>
        <p:grpSpPr>
          <a:xfrm>
            <a:off x="4045115" y="3304982"/>
            <a:ext cx="648000" cy="360000"/>
            <a:chOff x="6278517" y="2872063"/>
            <a:chExt cx="648000" cy="360000"/>
          </a:xfrm>
        </p:grpSpPr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A57693F5-25E0-4BC2-10AF-E0C5544AEFBA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6A531AC6-A3E7-CD77-4C34-8C24CC98AAFD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8" name="乘号 197">
              <a:extLst>
                <a:ext uri="{FF2B5EF4-FFF2-40B4-BE49-F238E27FC236}">
                  <a16:creationId xmlns:a16="http://schemas.microsoft.com/office/drawing/2014/main" id="{EA594143-7079-FAE4-D52F-F5BDF3EAF857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加号 198">
              <a:extLst>
                <a:ext uri="{FF2B5EF4-FFF2-40B4-BE49-F238E27FC236}">
                  <a16:creationId xmlns:a16="http://schemas.microsoft.com/office/drawing/2014/main" id="{AAA36E63-E4E1-FBF4-A054-0017C8194691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4684B951-879B-3281-A1BB-BDF5E55EC920}"/>
              </a:ext>
            </a:extLst>
          </p:cNvPr>
          <p:cNvGrpSpPr/>
          <p:nvPr/>
        </p:nvGrpSpPr>
        <p:grpSpPr>
          <a:xfrm>
            <a:off x="4797230" y="3304982"/>
            <a:ext cx="648000" cy="360000"/>
            <a:chOff x="6278517" y="2872063"/>
            <a:chExt cx="648000" cy="360000"/>
          </a:xfrm>
        </p:grpSpPr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D14DCB20-BBF1-4288-72B5-2553E897879F}"/>
                </a:ext>
              </a:extLst>
            </p:cNvPr>
            <p:cNvSpPr/>
            <p:nvPr/>
          </p:nvSpPr>
          <p:spPr>
            <a:xfrm>
              <a:off x="6278517" y="287206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rgbClr val="E4ECF2"/>
            </a:solidFill>
            <a:ln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C8B686D7-9A02-77E7-83A0-7467817E284C}"/>
                </a:ext>
              </a:extLst>
            </p:cNvPr>
            <p:cNvSpPr txBox="1"/>
            <p:nvPr/>
          </p:nvSpPr>
          <p:spPr>
            <a:xfrm>
              <a:off x="6278517" y="3057634"/>
              <a:ext cx="648000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1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MAC</a:t>
              </a:r>
              <a:endParaRPr lang="zh-CN" alt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3" name="乘号 202">
              <a:extLst>
                <a:ext uri="{FF2B5EF4-FFF2-40B4-BE49-F238E27FC236}">
                  <a16:creationId xmlns:a16="http://schemas.microsoft.com/office/drawing/2014/main" id="{F47F90E4-4690-5865-C20D-6C77D2702669}"/>
                </a:ext>
              </a:extLst>
            </p:cNvPr>
            <p:cNvSpPr/>
            <p:nvPr/>
          </p:nvSpPr>
          <p:spPr>
            <a:xfrm>
              <a:off x="6434238" y="2907518"/>
              <a:ext cx="162000" cy="162000"/>
            </a:xfrm>
            <a:prstGeom prst="mathMultiply">
              <a:avLst>
                <a:gd name="adj1" fmla="val 1317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加号 203">
              <a:extLst>
                <a:ext uri="{FF2B5EF4-FFF2-40B4-BE49-F238E27FC236}">
                  <a16:creationId xmlns:a16="http://schemas.microsoft.com/office/drawing/2014/main" id="{957EED5A-EAEF-77A9-5A86-4975457BA309}"/>
                </a:ext>
              </a:extLst>
            </p:cNvPr>
            <p:cNvSpPr/>
            <p:nvPr/>
          </p:nvSpPr>
          <p:spPr>
            <a:xfrm>
              <a:off x="6624779" y="2914904"/>
              <a:ext cx="144000" cy="144000"/>
            </a:xfrm>
            <a:prstGeom prst="mathPlus">
              <a:avLst>
                <a:gd name="adj1" fmla="val 1560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6" name="文本框 205">
            <a:extLst>
              <a:ext uri="{FF2B5EF4-FFF2-40B4-BE49-F238E27FC236}">
                <a16:creationId xmlns:a16="http://schemas.microsoft.com/office/drawing/2014/main" id="{FF8A0708-C58F-13DF-DD88-9F263F92BC9C}"/>
              </a:ext>
            </a:extLst>
          </p:cNvPr>
          <p:cNvSpPr txBox="1"/>
          <p:nvPr/>
        </p:nvSpPr>
        <p:spPr>
          <a:xfrm>
            <a:off x="2453003" y="6194768"/>
            <a:ext cx="3092158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Separate memory and compute unit</a:t>
            </a:r>
          </a:p>
          <a:p>
            <a:pPr algn="ctr"/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and W share same data path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矩形: 圆角 206">
            <a:extLst>
              <a:ext uri="{FF2B5EF4-FFF2-40B4-BE49-F238E27FC236}">
                <a16:creationId xmlns:a16="http://schemas.microsoft.com/office/drawing/2014/main" id="{88EAA92F-44FD-ABC3-F167-8D06F7121FFE}"/>
              </a:ext>
            </a:extLst>
          </p:cNvPr>
          <p:cNvSpPr/>
          <p:nvPr/>
        </p:nvSpPr>
        <p:spPr>
          <a:xfrm>
            <a:off x="7436189" y="2919302"/>
            <a:ext cx="3132000" cy="2756006"/>
          </a:xfrm>
          <a:prstGeom prst="roundRect">
            <a:avLst>
              <a:gd name="adj" fmla="val 3768"/>
            </a:avLst>
          </a:prstGeom>
          <a:solidFill>
            <a:srgbClr val="EBF1F7"/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BFE4B87E-15A8-411B-CC89-63EE30A474CB}"/>
              </a:ext>
            </a:extLst>
          </p:cNvPr>
          <p:cNvCxnSpPr>
            <a:cxnSpLocks/>
          </p:cNvCxnSpPr>
          <p:nvPr/>
        </p:nvCxnSpPr>
        <p:spPr>
          <a:xfrm>
            <a:off x="8700558" y="3738878"/>
            <a:ext cx="0" cy="163791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A62D90AA-D96A-7896-4874-0308829D64A2}"/>
              </a:ext>
            </a:extLst>
          </p:cNvPr>
          <p:cNvCxnSpPr>
            <a:cxnSpLocks/>
          </p:cNvCxnSpPr>
          <p:nvPr/>
        </p:nvCxnSpPr>
        <p:spPr>
          <a:xfrm>
            <a:off x="9314920" y="3736210"/>
            <a:ext cx="0" cy="163791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CDF190F8-9B9A-5E42-6817-229500F65F2C}"/>
              </a:ext>
            </a:extLst>
          </p:cNvPr>
          <p:cNvCxnSpPr>
            <a:cxnSpLocks/>
          </p:cNvCxnSpPr>
          <p:nvPr/>
        </p:nvCxnSpPr>
        <p:spPr>
          <a:xfrm>
            <a:off x="9935625" y="3732508"/>
            <a:ext cx="0" cy="163791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97BD8D62-6608-BC61-F459-2DA70BDA9184}"/>
              </a:ext>
            </a:extLst>
          </p:cNvPr>
          <p:cNvCxnSpPr>
            <a:cxnSpLocks/>
          </p:cNvCxnSpPr>
          <p:nvPr/>
        </p:nvCxnSpPr>
        <p:spPr>
          <a:xfrm>
            <a:off x="8086195" y="3735683"/>
            <a:ext cx="0" cy="163791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CDDFF0B1-F151-7768-B2D0-1705E8E7FF51}"/>
              </a:ext>
            </a:extLst>
          </p:cNvPr>
          <p:cNvSpPr txBox="1"/>
          <p:nvPr/>
        </p:nvSpPr>
        <p:spPr>
          <a:xfrm>
            <a:off x="6578481" y="2172609"/>
            <a:ext cx="335946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(b) Compute-in-Memory</a:t>
            </a:r>
            <a:endParaRPr lang="zh-CN" altLang="en-US" b="1">
              <a:cs typeface="Calibri" panose="020F0502020204030204" pitchFamily="34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08FFB084-04FB-9B22-A729-6D79B5EC39A9}"/>
              </a:ext>
            </a:extLst>
          </p:cNvPr>
          <p:cNvSpPr txBox="1"/>
          <p:nvPr/>
        </p:nvSpPr>
        <p:spPr>
          <a:xfrm>
            <a:off x="6304573" y="3273657"/>
            <a:ext cx="113161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b="1">
                <a:solidFill>
                  <a:srgbClr val="1A9AA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Streaming A</a:t>
            </a:r>
            <a:endParaRPr lang="zh-CN" altLang="en-US" sz="1400" b="1">
              <a:solidFill>
                <a:srgbClr val="1A9AA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C2B03893-6225-2749-AE76-341272A14BA8}"/>
              </a:ext>
            </a:extLst>
          </p:cNvPr>
          <p:cNvSpPr txBox="1"/>
          <p:nvPr/>
        </p:nvSpPr>
        <p:spPr>
          <a:xfrm>
            <a:off x="7436187" y="2959385"/>
            <a:ext cx="3155035" cy="373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CIM array</a:t>
            </a:r>
          </a:p>
          <a:p>
            <a:pPr algn="ctr">
              <a:lnSpc>
                <a:spcPct val="80000"/>
              </a:lnSpc>
            </a:pPr>
            <a:r>
              <a:rPr lang="en-US" altLang="zh-CN" sz="1200" i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 + computation</a:t>
            </a:r>
            <a:endParaRPr lang="zh-CN" altLang="en-US" sz="1200" i="1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1FA67CE3-16E5-9699-5347-1003018B6F0D}"/>
              </a:ext>
            </a:extLst>
          </p:cNvPr>
          <p:cNvSpPr txBox="1"/>
          <p:nvPr/>
        </p:nvSpPr>
        <p:spPr>
          <a:xfrm>
            <a:off x="7001923" y="6194768"/>
            <a:ext cx="3666273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Unified memory and compute in one array</a:t>
            </a:r>
          </a:p>
          <a:p>
            <a:pPr algn="ctr"/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streams;  W stays (weight stationary)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D5BB7010-98B2-86F6-E549-CC8F6BA895AB}"/>
              </a:ext>
            </a:extLst>
          </p:cNvPr>
          <p:cNvGrpSpPr/>
          <p:nvPr/>
        </p:nvGrpSpPr>
        <p:grpSpPr>
          <a:xfrm>
            <a:off x="7826892" y="2518815"/>
            <a:ext cx="504000" cy="288000"/>
            <a:chOff x="7217096" y="2276012"/>
            <a:chExt cx="504000" cy="288000"/>
          </a:xfrm>
        </p:grpSpPr>
        <p:sp>
          <p:nvSpPr>
            <p:cNvPr id="217" name="矩形: 圆角 216">
              <a:extLst>
                <a:ext uri="{FF2B5EF4-FFF2-40B4-BE49-F238E27FC236}">
                  <a16:creationId xmlns:a16="http://schemas.microsoft.com/office/drawing/2014/main" id="{3D1F808E-26CB-8D2E-399C-27827CAF174C}"/>
                </a:ext>
              </a:extLst>
            </p:cNvPr>
            <p:cNvSpPr/>
            <p:nvPr/>
          </p:nvSpPr>
          <p:spPr>
            <a:xfrm>
              <a:off x="7217096" y="2276012"/>
              <a:ext cx="504000" cy="288000"/>
            </a:xfrm>
            <a:prstGeom prst="roundRect">
              <a:avLst>
                <a:gd name="adj" fmla="val 0"/>
              </a:avLst>
            </a:prstGeom>
            <a:solidFill>
              <a:srgbClr val="E4DAF3"/>
            </a:solidFill>
            <a:ln w="1905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386E5B5C-0431-8AA8-12A7-5A31BB43C130}"/>
                </a:ext>
              </a:extLst>
            </p:cNvPr>
            <p:cNvSpPr txBox="1"/>
            <p:nvPr/>
          </p:nvSpPr>
          <p:spPr>
            <a:xfrm>
              <a:off x="7335368" y="2282993"/>
              <a:ext cx="267598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endParaRPr lang="zh-CN" altLang="en-US" sz="1600" b="1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19" name="文本框 218">
            <a:extLst>
              <a:ext uri="{FF2B5EF4-FFF2-40B4-BE49-F238E27FC236}">
                <a16:creationId xmlns:a16="http://schemas.microsoft.com/office/drawing/2014/main" id="{B5B4F7A6-A9E6-64D5-1B18-D1C2656A60FF}"/>
              </a:ext>
            </a:extLst>
          </p:cNvPr>
          <p:cNvSpPr txBox="1"/>
          <p:nvPr/>
        </p:nvSpPr>
        <p:spPr>
          <a:xfrm>
            <a:off x="9739743" y="3223314"/>
            <a:ext cx="79627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200" b="1">
                <a:solidFill>
                  <a:srgbClr val="7448A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Resident W</a:t>
            </a:r>
            <a:endParaRPr lang="zh-CN" altLang="en-US" sz="1200" b="1">
              <a:solidFill>
                <a:srgbClr val="7448A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0" name="连接符: 肘形 219">
            <a:extLst>
              <a:ext uri="{FF2B5EF4-FFF2-40B4-BE49-F238E27FC236}">
                <a16:creationId xmlns:a16="http://schemas.microsoft.com/office/drawing/2014/main" id="{D1EF400E-A236-2DC9-640D-0467CE51AD87}"/>
              </a:ext>
            </a:extLst>
          </p:cNvPr>
          <p:cNvCxnSpPr>
            <a:cxnSpLocks/>
            <a:stCxn id="217" idx="3"/>
            <a:endCxn id="207" idx="0"/>
          </p:cNvCxnSpPr>
          <p:nvPr/>
        </p:nvCxnSpPr>
        <p:spPr>
          <a:xfrm>
            <a:off x="8330892" y="2662815"/>
            <a:ext cx="671297" cy="256487"/>
          </a:xfrm>
          <a:prstGeom prst="bentConnector2">
            <a:avLst/>
          </a:prstGeom>
          <a:ln w="19050">
            <a:solidFill>
              <a:srgbClr val="7448AE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文本框 220">
            <a:extLst>
              <a:ext uri="{FF2B5EF4-FFF2-40B4-BE49-F238E27FC236}">
                <a16:creationId xmlns:a16="http://schemas.microsoft.com/office/drawing/2014/main" id="{5A14F17B-C279-B9FD-DCE9-4BE5B080FF0C}"/>
              </a:ext>
            </a:extLst>
          </p:cNvPr>
          <p:cNvSpPr txBox="1"/>
          <p:nvPr/>
        </p:nvSpPr>
        <p:spPr>
          <a:xfrm>
            <a:off x="8946791" y="2541854"/>
            <a:ext cx="99115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00" b="1">
                <a:solidFill>
                  <a:srgbClr val="7448A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load/update</a:t>
            </a:r>
            <a:endParaRPr lang="zh-CN" altLang="en-US" sz="1100" b="1">
              <a:solidFill>
                <a:srgbClr val="7448A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752006A1-5F2B-A20A-B0C1-E43B2542E076}"/>
              </a:ext>
            </a:extLst>
          </p:cNvPr>
          <p:cNvGrpSpPr/>
          <p:nvPr/>
        </p:nvGrpSpPr>
        <p:grpSpPr>
          <a:xfrm>
            <a:off x="7898892" y="3538753"/>
            <a:ext cx="360000" cy="324000"/>
            <a:chOff x="5528015" y="4187719"/>
            <a:chExt cx="369846" cy="360000"/>
          </a:xfrm>
        </p:grpSpPr>
        <p:sp>
          <p:nvSpPr>
            <p:cNvPr id="223" name="矩形: 圆角 222">
              <a:extLst>
                <a:ext uri="{FF2B5EF4-FFF2-40B4-BE49-F238E27FC236}">
                  <a16:creationId xmlns:a16="http://schemas.microsoft.com/office/drawing/2014/main" id="{8801EB96-C1F4-FD3D-A5C7-52F85A10FB96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乘号 223">
              <a:extLst>
                <a:ext uri="{FF2B5EF4-FFF2-40B4-BE49-F238E27FC236}">
                  <a16:creationId xmlns:a16="http://schemas.microsoft.com/office/drawing/2014/main" id="{122449F7-2D70-0FEE-A6E6-0B91B71BC3ED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128DA6D8-D941-1E72-DBB6-8EA98F3F42FF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11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A403C93F-A8D7-66A8-3227-CE29D7379E2C}"/>
              </a:ext>
            </a:extLst>
          </p:cNvPr>
          <p:cNvGrpSpPr/>
          <p:nvPr/>
        </p:nvGrpSpPr>
        <p:grpSpPr>
          <a:xfrm>
            <a:off x="8518576" y="3538753"/>
            <a:ext cx="360000" cy="324000"/>
            <a:chOff x="5528015" y="4187719"/>
            <a:chExt cx="369846" cy="360000"/>
          </a:xfrm>
        </p:grpSpPr>
        <p:sp>
          <p:nvSpPr>
            <p:cNvPr id="227" name="矩形: 圆角 226">
              <a:extLst>
                <a:ext uri="{FF2B5EF4-FFF2-40B4-BE49-F238E27FC236}">
                  <a16:creationId xmlns:a16="http://schemas.microsoft.com/office/drawing/2014/main" id="{61BDDC2E-51BC-7846-4DB4-644EED546598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乘号 227">
              <a:extLst>
                <a:ext uri="{FF2B5EF4-FFF2-40B4-BE49-F238E27FC236}">
                  <a16:creationId xmlns:a16="http://schemas.microsoft.com/office/drawing/2014/main" id="{8A86A37B-8397-E451-5B72-87D7CEB34DFA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D7D11A6C-B8FC-D13C-094C-07CCB655716A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1C211776-788D-F728-9B40-166896F7F96A}"/>
              </a:ext>
            </a:extLst>
          </p:cNvPr>
          <p:cNvGrpSpPr/>
          <p:nvPr/>
        </p:nvGrpSpPr>
        <p:grpSpPr>
          <a:xfrm>
            <a:off x="7898892" y="3988370"/>
            <a:ext cx="360000" cy="324000"/>
            <a:chOff x="5528015" y="4187719"/>
            <a:chExt cx="369846" cy="360000"/>
          </a:xfrm>
        </p:grpSpPr>
        <p:sp>
          <p:nvSpPr>
            <p:cNvPr id="231" name="矩形: 圆角 230">
              <a:extLst>
                <a:ext uri="{FF2B5EF4-FFF2-40B4-BE49-F238E27FC236}">
                  <a16:creationId xmlns:a16="http://schemas.microsoft.com/office/drawing/2014/main" id="{68E0FCAA-B64B-B0EB-F614-4C730A98850C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乘号 231">
              <a:extLst>
                <a:ext uri="{FF2B5EF4-FFF2-40B4-BE49-F238E27FC236}">
                  <a16:creationId xmlns:a16="http://schemas.microsoft.com/office/drawing/2014/main" id="{0EBA309A-0F09-C075-4B8E-3F238892265D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75709701-B378-2E1E-4864-A577789CA6F4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21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6CA95032-9ADE-7854-AD5F-F6167666C390}"/>
              </a:ext>
            </a:extLst>
          </p:cNvPr>
          <p:cNvGrpSpPr/>
          <p:nvPr/>
        </p:nvGrpSpPr>
        <p:grpSpPr>
          <a:xfrm>
            <a:off x="9138260" y="3538753"/>
            <a:ext cx="360000" cy="324000"/>
            <a:chOff x="5528015" y="4187719"/>
            <a:chExt cx="369846" cy="360000"/>
          </a:xfrm>
        </p:grpSpPr>
        <p:sp>
          <p:nvSpPr>
            <p:cNvPr id="235" name="矩形: 圆角 234">
              <a:extLst>
                <a:ext uri="{FF2B5EF4-FFF2-40B4-BE49-F238E27FC236}">
                  <a16:creationId xmlns:a16="http://schemas.microsoft.com/office/drawing/2014/main" id="{7E6854E5-D070-A076-464A-A5A828FD9AF2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乘号 235">
              <a:extLst>
                <a:ext uri="{FF2B5EF4-FFF2-40B4-BE49-F238E27FC236}">
                  <a16:creationId xmlns:a16="http://schemas.microsoft.com/office/drawing/2014/main" id="{9E40A1AA-825C-5194-14CB-D2142E1A780D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EE366C87-2A68-91BD-711D-9D00D3E4AD90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13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8CB8BD04-E261-A0D9-7977-E6A09D0D5F09}"/>
              </a:ext>
            </a:extLst>
          </p:cNvPr>
          <p:cNvGrpSpPr/>
          <p:nvPr/>
        </p:nvGrpSpPr>
        <p:grpSpPr>
          <a:xfrm>
            <a:off x="9757945" y="3538753"/>
            <a:ext cx="360000" cy="324000"/>
            <a:chOff x="5528015" y="4187719"/>
            <a:chExt cx="369846" cy="360000"/>
          </a:xfrm>
        </p:grpSpPr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74374713-9927-FC89-BD73-C410D6FBB9F7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乘号 239">
              <a:extLst>
                <a:ext uri="{FF2B5EF4-FFF2-40B4-BE49-F238E27FC236}">
                  <a16:creationId xmlns:a16="http://schemas.microsoft.com/office/drawing/2014/main" id="{7064CFDE-45C6-E04F-531E-474AFE631E5F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606026E3-330E-3202-B517-B228865A4F77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14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B44BB484-2C77-CAD7-8DC7-D28B930F8C36}"/>
              </a:ext>
            </a:extLst>
          </p:cNvPr>
          <p:cNvGrpSpPr/>
          <p:nvPr/>
        </p:nvGrpSpPr>
        <p:grpSpPr>
          <a:xfrm>
            <a:off x="7898892" y="4440583"/>
            <a:ext cx="360000" cy="324000"/>
            <a:chOff x="5528015" y="4187719"/>
            <a:chExt cx="369846" cy="360000"/>
          </a:xfrm>
        </p:grpSpPr>
        <p:sp>
          <p:nvSpPr>
            <p:cNvPr id="243" name="矩形: 圆角 242">
              <a:extLst>
                <a:ext uri="{FF2B5EF4-FFF2-40B4-BE49-F238E27FC236}">
                  <a16:creationId xmlns:a16="http://schemas.microsoft.com/office/drawing/2014/main" id="{C4E4F69A-CFC8-29EA-604D-19C016823FA2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乘号 243">
              <a:extLst>
                <a:ext uri="{FF2B5EF4-FFF2-40B4-BE49-F238E27FC236}">
                  <a16:creationId xmlns:a16="http://schemas.microsoft.com/office/drawing/2014/main" id="{57AA29A3-1341-E466-2E1B-6D460B8AC307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65461A9B-7FCA-2C9A-33E5-2D9D822B26BB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31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9BEBA1D7-0221-D596-46C4-8168D421E869}"/>
              </a:ext>
            </a:extLst>
          </p:cNvPr>
          <p:cNvGrpSpPr/>
          <p:nvPr/>
        </p:nvGrpSpPr>
        <p:grpSpPr>
          <a:xfrm>
            <a:off x="7898892" y="4892797"/>
            <a:ext cx="360000" cy="324000"/>
            <a:chOff x="5528015" y="4187719"/>
            <a:chExt cx="369846" cy="360000"/>
          </a:xfrm>
        </p:grpSpPr>
        <p:sp>
          <p:nvSpPr>
            <p:cNvPr id="247" name="矩形: 圆角 246">
              <a:extLst>
                <a:ext uri="{FF2B5EF4-FFF2-40B4-BE49-F238E27FC236}">
                  <a16:creationId xmlns:a16="http://schemas.microsoft.com/office/drawing/2014/main" id="{F878DFBD-D954-08B2-1865-CD008DCA952D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乘号 247">
              <a:extLst>
                <a:ext uri="{FF2B5EF4-FFF2-40B4-BE49-F238E27FC236}">
                  <a16:creationId xmlns:a16="http://schemas.microsoft.com/office/drawing/2014/main" id="{66B67830-1FE2-4F77-6B6F-C5F2E71C2375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C6A77A7B-C9DE-6A58-F6ED-E46288CCAC7B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41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0CAFE8E0-C025-1058-5206-FE89C70B94AB}"/>
              </a:ext>
            </a:extLst>
          </p:cNvPr>
          <p:cNvGrpSpPr/>
          <p:nvPr/>
        </p:nvGrpSpPr>
        <p:grpSpPr>
          <a:xfrm>
            <a:off x="8518576" y="3988370"/>
            <a:ext cx="360000" cy="324000"/>
            <a:chOff x="5528015" y="4187719"/>
            <a:chExt cx="369846" cy="360000"/>
          </a:xfrm>
        </p:grpSpPr>
        <p:sp>
          <p:nvSpPr>
            <p:cNvPr id="251" name="矩形: 圆角 250">
              <a:extLst>
                <a:ext uri="{FF2B5EF4-FFF2-40B4-BE49-F238E27FC236}">
                  <a16:creationId xmlns:a16="http://schemas.microsoft.com/office/drawing/2014/main" id="{1A80E8D7-7760-11AB-98F8-241463A3630E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乘号 251">
              <a:extLst>
                <a:ext uri="{FF2B5EF4-FFF2-40B4-BE49-F238E27FC236}">
                  <a16:creationId xmlns:a16="http://schemas.microsoft.com/office/drawing/2014/main" id="{853A1C3D-11A8-657A-75A2-CE19BA3F968B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E43FF5B3-B434-ED98-58EE-1B0CFD49FCCE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22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32DF624A-558F-9669-BBE5-D2F8EA2FF6F2}"/>
              </a:ext>
            </a:extLst>
          </p:cNvPr>
          <p:cNvGrpSpPr/>
          <p:nvPr/>
        </p:nvGrpSpPr>
        <p:grpSpPr>
          <a:xfrm>
            <a:off x="9138260" y="3988370"/>
            <a:ext cx="360000" cy="324000"/>
            <a:chOff x="5528015" y="4187719"/>
            <a:chExt cx="369846" cy="360000"/>
          </a:xfrm>
        </p:grpSpPr>
        <p:sp>
          <p:nvSpPr>
            <p:cNvPr id="255" name="矩形: 圆角 254">
              <a:extLst>
                <a:ext uri="{FF2B5EF4-FFF2-40B4-BE49-F238E27FC236}">
                  <a16:creationId xmlns:a16="http://schemas.microsoft.com/office/drawing/2014/main" id="{05A01FEA-66CB-A246-12A9-84D2AB978744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乘号 255">
              <a:extLst>
                <a:ext uri="{FF2B5EF4-FFF2-40B4-BE49-F238E27FC236}">
                  <a16:creationId xmlns:a16="http://schemas.microsoft.com/office/drawing/2014/main" id="{1A89F636-C121-8B24-F1CC-3A9C64B9AA82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DED77339-6887-E677-3F75-D001E43A3ADC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23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58" name="组合 257">
            <a:extLst>
              <a:ext uri="{FF2B5EF4-FFF2-40B4-BE49-F238E27FC236}">
                <a16:creationId xmlns:a16="http://schemas.microsoft.com/office/drawing/2014/main" id="{9279D675-89C2-683D-3E6B-C59DA88F9D55}"/>
              </a:ext>
            </a:extLst>
          </p:cNvPr>
          <p:cNvGrpSpPr/>
          <p:nvPr/>
        </p:nvGrpSpPr>
        <p:grpSpPr>
          <a:xfrm>
            <a:off x="9757945" y="3988370"/>
            <a:ext cx="360000" cy="324000"/>
            <a:chOff x="5528015" y="4187719"/>
            <a:chExt cx="369846" cy="360000"/>
          </a:xfrm>
        </p:grpSpPr>
        <p:sp>
          <p:nvSpPr>
            <p:cNvPr id="259" name="矩形: 圆角 258">
              <a:extLst>
                <a:ext uri="{FF2B5EF4-FFF2-40B4-BE49-F238E27FC236}">
                  <a16:creationId xmlns:a16="http://schemas.microsoft.com/office/drawing/2014/main" id="{81CB1909-EC14-BFCE-D07C-79EDE805EC90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乘号 259">
              <a:extLst>
                <a:ext uri="{FF2B5EF4-FFF2-40B4-BE49-F238E27FC236}">
                  <a16:creationId xmlns:a16="http://schemas.microsoft.com/office/drawing/2014/main" id="{0CE796DF-F7FB-D08A-72B6-E49C27B17C14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文本框 260">
              <a:extLst>
                <a:ext uri="{FF2B5EF4-FFF2-40B4-BE49-F238E27FC236}">
                  <a16:creationId xmlns:a16="http://schemas.microsoft.com/office/drawing/2014/main" id="{97EF9C1C-FCEA-2FEA-7D1E-41758AC669F3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24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369AB52A-77EC-67D2-AE86-D342F95A052E}"/>
              </a:ext>
            </a:extLst>
          </p:cNvPr>
          <p:cNvGrpSpPr/>
          <p:nvPr/>
        </p:nvGrpSpPr>
        <p:grpSpPr>
          <a:xfrm>
            <a:off x="8518576" y="4440583"/>
            <a:ext cx="360000" cy="324000"/>
            <a:chOff x="5528015" y="4187719"/>
            <a:chExt cx="369846" cy="360000"/>
          </a:xfrm>
        </p:grpSpPr>
        <p:sp>
          <p:nvSpPr>
            <p:cNvPr id="263" name="矩形: 圆角 262">
              <a:extLst>
                <a:ext uri="{FF2B5EF4-FFF2-40B4-BE49-F238E27FC236}">
                  <a16:creationId xmlns:a16="http://schemas.microsoft.com/office/drawing/2014/main" id="{D96BC6F8-C013-B1AD-437B-3B6845A37F8B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乘号 263">
              <a:extLst>
                <a:ext uri="{FF2B5EF4-FFF2-40B4-BE49-F238E27FC236}">
                  <a16:creationId xmlns:a16="http://schemas.microsoft.com/office/drawing/2014/main" id="{E61FEE00-009A-C97B-A97F-D09F030CAEBA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681E79AF-B13C-0FFB-065E-6A1C4FDFAA80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32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7816B6CE-F43F-826A-ED9C-702DD4B11376}"/>
              </a:ext>
            </a:extLst>
          </p:cNvPr>
          <p:cNvGrpSpPr/>
          <p:nvPr/>
        </p:nvGrpSpPr>
        <p:grpSpPr>
          <a:xfrm>
            <a:off x="9138260" y="4440583"/>
            <a:ext cx="360000" cy="324000"/>
            <a:chOff x="5528015" y="4187719"/>
            <a:chExt cx="369846" cy="360000"/>
          </a:xfrm>
        </p:grpSpPr>
        <p:sp>
          <p:nvSpPr>
            <p:cNvPr id="267" name="矩形: 圆角 266">
              <a:extLst>
                <a:ext uri="{FF2B5EF4-FFF2-40B4-BE49-F238E27FC236}">
                  <a16:creationId xmlns:a16="http://schemas.microsoft.com/office/drawing/2014/main" id="{E4DB0BCA-AD5A-C476-61A7-EF02B469433F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乘号 267">
              <a:extLst>
                <a:ext uri="{FF2B5EF4-FFF2-40B4-BE49-F238E27FC236}">
                  <a16:creationId xmlns:a16="http://schemas.microsoft.com/office/drawing/2014/main" id="{43271016-6790-60E7-961F-C2ED36FB28F8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06FD5C9E-0D3E-C1F5-7B78-2AEDF6208C8E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33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D8144B4E-4705-1524-9294-628515492A4F}"/>
              </a:ext>
            </a:extLst>
          </p:cNvPr>
          <p:cNvGrpSpPr/>
          <p:nvPr/>
        </p:nvGrpSpPr>
        <p:grpSpPr>
          <a:xfrm>
            <a:off x="9757945" y="4440583"/>
            <a:ext cx="360000" cy="324000"/>
            <a:chOff x="5528015" y="4187719"/>
            <a:chExt cx="369846" cy="360000"/>
          </a:xfrm>
        </p:grpSpPr>
        <p:sp>
          <p:nvSpPr>
            <p:cNvPr id="271" name="矩形: 圆角 270">
              <a:extLst>
                <a:ext uri="{FF2B5EF4-FFF2-40B4-BE49-F238E27FC236}">
                  <a16:creationId xmlns:a16="http://schemas.microsoft.com/office/drawing/2014/main" id="{F18F2FC2-A23D-73C0-16D1-FABB51B3DB29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乘号 271">
              <a:extLst>
                <a:ext uri="{FF2B5EF4-FFF2-40B4-BE49-F238E27FC236}">
                  <a16:creationId xmlns:a16="http://schemas.microsoft.com/office/drawing/2014/main" id="{7FED2CA1-A8E8-356F-6A70-F9DA410BBE93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文本框 272">
              <a:extLst>
                <a:ext uri="{FF2B5EF4-FFF2-40B4-BE49-F238E27FC236}">
                  <a16:creationId xmlns:a16="http://schemas.microsoft.com/office/drawing/2014/main" id="{B9E1151D-215C-AE8A-DD4C-B69EF06A6066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34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E64BB05D-949F-0AF5-86B7-0BE8EC2FDF90}"/>
              </a:ext>
            </a:extLst>
          </p:cNvPr>
          <p:cNvGrpSpPr/>
          <p:nvPr/>
        </p:nvGrpSpPr>
        <p:grpSpPr>
          <a:xfrm>
            <a:off x="8518576" y="4892797"/>
            <a:ext cx="360000" cy="324000"/>
            <a:chOff x="5528015" y="4187719"/>
            <a:chExt cx="369846" cy="360000"/>
          </a:xfrm>
        </p:grpSpPr>
        <p:sp>
          <p:nvSpPr>
            <p:cNvPr id="275" name="矩形: 圆角 274">
              <a:extLst>
                <a:ext uri="{FF2B5EF4-FFF2-40B4-BE49-F238E27FC236}">
                  <a16:creationId xmlns:a16="http://schemas.microsoft.com/office/drawing/2014/main" id="{E45365C3-D22A-654F-04A0-23BDD1D13F22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乘号 275">
              <a:extLst>
                <a:ext uri="{FF2B5EF4-FFF2-40B4-BE49-F238E27FC236}">
                  <a16:creationId xmlns:a16="http://schemas.microsoft.com/office/drawing/2014/main" id="{E2688453-22AC-05F3-9A5D-C1866B6CA54B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文本框 276">
              <a:extLst>
                <a:ext uri="{FF2B5EF4-FFF2-40B4-BE49-F238E27FC236}">
                  <a16:creationId xmlns:a16="http://schemas.microsoft.com/office/drawing/2014/main" id="{BA1CA83E-D113-F68D-9D2D-71062246F0D8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42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9957838A-A6D8-F836-8FA9-6AD5D4ACA4E2}"/>
              </a:ext>
            </a:extLst>
          </p:cNvPr>
          <p:cNvGrpSpPr/>
          <p:nvPr/>
        </p:nvGrpSpPr>
        <p:grpSpPr>
          <a:xfrm>
            <a:off x="9138260" y="4892797"/>
            <a:ext cx="360000" cy="324000"/>
            <a:chOff x="5528015" y="4187719"/>
            <a:chExt cx="369846" cy="360000"/>
          </a:xfrm>
        </p:grpSpPr>
        <p:sp>
          <p:nvSpPr>
            <p:cNvPr id="279" name="矩形: 圆角 278">
              <a:extLst>
                <a:ext uri="{FF2B5EF4-FFF2-40B4-BE49-F238E27FC236}">
                  <a16:creationId xmlns:a16="http://schemas.microsoft.com/office/drawing/2014/main" id="{B460DF3F-409F-8DF2-7D9F-A9C3BDE28908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乘号 279">
              <a:extLst>
                <a:ext uri="{FF2B5EF4-FFF2-40B4-BE49-F238E27FC236}">
                  <a16:creationId xmlns:a16="http://schemas.microsoft.com/office/drawing/2014/main" id="{EF4C4B62-C93A-42F0-88A5-090CFAB96395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>
              <a:extLst>
                <a:ext uri="{FF2B5EF4-FFF2-40B4-BE49-F238E27FC236}">
                  <a16:creationId xmlns:a16="http://schemas.microsoft.com/office/drawing/2014/main" id="{D0A18B47-9E73-A19D-0274-78BC50F3ACD4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43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3662E53D-3098-F531-4722-1E8DF5DF80FC}"/>
              </a:ext>
            </a:extLst>
          </p:cNvPr>
          <p:cNvGrpSpPr/>
          <p:nvPr/>
        </p:nvGrpSpPr>
        <p:grpSpPr>
          <a:xfrm>
            <a:off x="9757945" y="4892797"/>
            <a:ext cx="360000" cy="324000"/>
            <a:chOff x="5528015" y="4187719"/>
            <a:chExt cx="369846" cy="360000"/>
          </a:xfrm>
        </p:grpSpPr>
        <p:sp>
          <p:nvSpPr>
            <p:cNvPr id="283" name="矩形: 圆角 282">
              <a:extLst>
                <a:ext uri="{FF2B5EF4-FFF2-40B4-BE49-F238E27FC236}">
                  <a16:creationId xmlns:a16="http://schemas.microsoft.com/office/drawing/2014/main" id="{DA7A8C05-EA4E-4F56-F880-793FD4D2BEE2}"/>
                </a:ext>
              </a:extLst>
            </p:cNvPr>
            <p:cNvSpPr/>
            <p:nvPr/>
          </p:nvSpPr>
          <p:spPr>
            <a:xfrm>
              <a:off x="5528015" y="4187719"/>
              <a:ext cx="369846" cy="360000"/>
            </a:xfrm>
            <a:prstGeom prst="roundRect">
              <a:avLst>
                <a:gd name="adj" fmla="val 0"/>
              </a:avLst>
            </a:prstGeom>
            <a:solidFill>
              <a:srgbClr val="ECE5F8"/>
            </a:solidFill>
            <a:ln w="12700">
              <a:solidFill>
                <a:srgbClr val="7448A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乘号 283">
              <a:extLst>
                <a:ext uri="{FF2B5EF4-FFF2-40B4-BE49-F238E27FC236}">
                  <a16:creationId xmlns:a16="http://schemas.microsoft.com/office/drawing/2014/main" id="{B6DC4DBC-9033-92FA-86DC-EF6720E6BF73}"/>
                </a:ext>
              </a:extLst>
            </p:cNvPr>
            <p:cNvSpPr/>
            <p:nvPr/>
          </p:nvSpPr>
          <p:spPr>
            <a:xfrm>
              <a:off x="5631414" y="4206417"/>
              <a:ext cx="162000" cy="162000"/>
            </a:xfrm>
            <a:prstGeom prst="mathMultiply">
              <a:avLst>
                <a:gd name="adj1" fmla="val 925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文本框 284">
              <a:extLst>
                <a:ext uri="{FF2B5EF4-FFF2-40B4-BE49-F238E27FC236}">
                  <a16:creationId xmlns:a16="http://schemas.microsoft.com/office/drawing/2014/main" id="{9E185E64-7727-5805-DB1C-6525CEB367A7}"/>
                </a:ext>
              </a:extLst>
            </p:cNvPr>
            <p:cNvSpPr txBox="1"/>
            <p:nvPr/>
          </p:nvSpPr>
          <p:spPr>
            <a:xfrm>
              <a:off x="5528015" y="4290946"/>
              <a:ext cx="369846" cy="23938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lang="en-US" altLang="zh-CN" sz="1400" b="1" i="1" baseline="-25000">
                  <a:solidFill>
                    <a:srgbClr val="7448A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44</a:t>
              </a:r>
              <a:endParaRPr lang="zh-CN" altLang="en-US" sz="1400" b="1" i="1" baseline="-25000">
                <a:solidFill>
                  <a:srgbClr val="7448A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86" name="箭头: 右 285">
            <a:extLst>
              <a:ext uri="{FF2B5EF4-FFF2-40B4-BE49-F238E27FC236}">
                <a16:creationId xmlns:a16="http://schemas.microsoft.com/office/drawing/2014/main" id="{C26AC135-A8A7-8DFD-BE47-79CF3F4A3AD3}"/>
              </a:ext>
            </a:extLst>
          </p:cNvPr>
          <p:cNvSpPr/>
          <p:nvPr/>
        </p:nvSpPr>
        <p:spPr>
          <a:xfrm>
            <a:off x="7105917" y="3646753"/>
            <a:ext cx="427828" cy="108000"/>
          </a:xfrm>
          <a:prstGeom prst="rightArrow">
            <a:avLst>
              <a:gd name="adj1" fmla="val 50000"/>
              <a:gd name="adj2" fmla="val 148484"/>
            </a:avLst>
          </a:prstGeom>
          <a:solidFill>
            <a:srgbClr val="1A9A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0278F81F-571B-A815-DD53-330876554B21}"/>
              </a:ext>
            </a:extLst>
          </p:cNvPr>
          <p:cNvGrpSpPr/>
          <p:nvPr/>
        </p:nvGrpSpPr>
        <p:grpSpPr>
          <a:xfrm>
            <a:off x="6616368" y="3564947"/>
            <a:ext cx="488903" cy="271613"/>
            <a:chOff x="6043292" y="3457972"/>
            <a:chExt cx="488903" cy="271613"/>
          </a:xfrm>
        </p:grpSpPr>
        <p:sp>
          <p:nvSpPr>
            <p:cNvPr id="288" name="矩形: 圆角 287">
              <a:extLst>
                <a:ext uri="{FF2B5EF4-FFF2-40B4-BE49-F238E27FC236}">
                  <a16:creationId xmlns:a16="http://schemas.microsoft.com/office/drawing/2014/main" id="{DA88ADF2-3FA5-4AD2-A99D-D9C35ABDBB8C}"/>
                </a:ext>
              </a:extLst>
            </p:cNvPr>
            <p:cNvSpPr/>
            <p:nvPr/>
          </p:nvSpPr>
          <p:spPr>
            <a:xfrm>
              <a:off x="6043292" y="3457972"/>
              <a:ext cx="488903" cy="271613"/>
            </a:xfrm>
            <a:prstGeom prst="roundRect">
              <a:avLst>
                <a:gd name="adj" fmla="val 0"/>
              </a:avLst>
            </a:prstGeom>
            <a:solidFill>
              <a:srgbClr val="E2F4EF"/>
            </a:solidFill>
            <a:ln w="12700"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文本框 288">
              <a:extLst>
                <a:ext uri="{FF2B5EF4-FFF2-40B4-BE49-F238E27FC236}">
                  <a16:creationId xmlns:a16="http://schemas.microsoft.com/office/drawing/2014/main" id="{DF3BD6A7-8C3B-F547-EBF4-2E3CC9301BDC}"/>
                </a:ext>
              </a:extLst>
            </p:cNvPr>
            <p:cNvSpPr txBox="1"/>
            <p:nvPr/>
          </p:nvSpPr>
          <p:spPr>
            <a:xfrm>
              <a:off x="6158204" y="3472259"/>
              <a:ext cx="267598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lang="en-US" altLang="zh-CN" sz="1400" b="1" i="1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CN" altLang="en-US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918A218D-CFD4-2937-B29E-A740AFEA2FAD}"/>
              </a:ext>
            </a:extLst>
          </p:cNvPr>
          <p:cNvCxnSpPr>
            <a:cxnSpLocks/>
          </p:cNvCxnSpPr>
          <p:nvPr/>
        </p:nvCxnSpPr>
        <p:spPr>
          <a:xfrm>
            <a:off x="7533745" y="3700753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21200966-3C55-89AC-2F43-4F1BA066834A}"/>
              </a:ext>
            </a:extLst>
          </p:cNvPr>
          <p:cNvCxnSpPr>
            <a:cxnSpLocks/>
          </p:cNvCxnSpPr>
          <p:nvPr/>
        </p:nvCxnSpPr>
        <p:spPr>
          <a:xfrm>
            <a:off x="8261388" y="3700753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6EFB9640-313C-644B-F7D1-C9FC7ABE032F}"/>
              </a:ext>
            </a:extLst>
          </p:cNvPr>
          <p:cNvCxnSpPr>
            <a:cxnSpLocks/>
          </p:cNvCxnSpPr>
          <p:nvPr/>
        </p:nvCxnSpPr>
        <p:spPr>
          <a:xfrm>
            <a:off x="8884529" y="3700753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292">
            <a:extLst>
              <a:ext uri="{FF2B5EF4-FFF2-40B4-BE49-F238E27FC236}">
                <a16:creationId xmlns:a16="http://schemas.microsoft.com/office/drawing/2014/main" id="{5E6A4E4B-0CF7-67BA-5904-DE24F1C65661}"/>
              </a:ext>
            </a:extLst>
          </p:cNvPr>
          <p:cNvCxnSpPr>
            <a:cxnSpLocks/>
          </p:cNvCxnSpPr>
          <p:nvPr/>
        </p:nvCxnSpPr>
        <p:spPr>
          <a:xfrm>
            <a:off x="9505988" y="3700753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>
            <a:extLst>
              <a:ext uri="{FF2B5EF4-FFF2-40B4-BE49-F238E27FC236}">
                <a16:creationId xmlns:a16="http://schemas.microsoft.com/office/drawing/2014/main" id="{F744634E-902F-A34E-A312-9AB53E2AC42B}"/>
              </a:ext>
            </a:extLst>
          </p:cNvPr>
          <p:cNvCxnSpPr>
            <a:cxnSpLocks/>
          </p:cNvCxnSpPr>
          <p:nvPr/>
        </p:nvCxnSpPr>
        <p:spPr>
          <a:xfrm>
            <a:off x="10126174" y="3700753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箭头: 右 294">
            <a:extLst>
              <a:ext uri="{FF2B5EF4-FFF2-40B4-BE49-F238E27FC236}">
                <a16:creationId xmlns:a16="http://schemas.microsoft.com/office/drawing/2014/main" id="{A678856D-FAAB-F40B-8ACF-FD07CCEF25E9}"/>
              </a:ext>
            </a:extLst>
          </p:cNvPr>
          <p:cNvSpPr/>
          <p:nvPr/>
        </p:nvSpPr>
        <p:spPr>
          <a:xfrm>
            <a:off x="7105917" y="4093046"/>
            <a:ext cx="427828" cy="108000"/>
          </a:xfrm>
          <a:prstGeom prst="rightArrow">
            <a:avLst>
              <a:gd name="adj1" fmla="val 50000"/>
              <a:gd name="adj2" fmla="val 148484"/>
            </a:avLst>
          </a:prstGeom>
          <a:solidFill>
            <a:srgbClr val="1A9A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6" name="组合 295">
            <a:extLst>
              <a:ext uri="{FF2B5EF4-FFF2-40B4-BE49-F238E27FC236}">
                <a16:creationId xmlns:a16="http://schemas.microsoft.com/office/drawing/2014/main" id="{20B0AE9B-1A84-086E-EFFD-B09E613E67BF}"/>
              </a:ext>
            </a:extLst>
          </p:cNvPr>
          <p:cNvGrpSpPr/>
          <p:nvPr/>
        </p:nvGrpSpPr>
        <p:grpSpPr>
          <a:xfrm>
            <a:off x="6616368" y="4011240"/>
            <a:ext cx="488903" cy="271613"/>
            <a:chOff x="6043292" y="3457972"/>
            <a:chExt cx="488903" cy="271613"/>
          </a:xfrm>
        </p:grpSpPr>
        <p:sp>
          <p:nvSpPr>
            <p:cNvPr id="297" name="矩形: 圆角 296">
              <a:extLst>
                <a:ext uri="{FF2B5EF4-FFF2-40B4-BE49-F238E27FC236}">
                  <a16:creationId xmlns:a16="http://schemas.microsoft.com/office/drawing/2014/main" id="{00393B9E-9E2E-380C-2E3F-EE9059071B9A}"/>
                </a:ext>
              </a:extLst>
            </p:cNvPr>
            <p:cNvSpPr/>
            <p:nvPr/>
          </p:nvSpPr>
          <p:spPr>
            <a:xfrm>
              <a:off x="6043292" y="3457972"/>
              <a:ext cx="488903" cy="271613"/>
            </a:xfrm>
            <a:prstGeom prst="roundRect">
              <a:avLst>
                <a:gd name="adj" fmla="val 0"/>
              </a:avLst>
            </a:prstGeom>
            <a:solidFill>
              <a:srgbClr val="E2F4EF"/>
            </a:solidFill>
            <a:ln w="12700"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文本框 297">
              <a:extLst>
                <a:ext uri="{FF2B5EF4-FFF2-40B4-BE49-F238E27FC236}">
                  <a16:creationId xmlns:a16="http://schemas.microsoft.com/office/drawing/2014/main" id="{4CD25BAC-D76A-7BF7-17B7-AA85003C90DA}"/>
                </a:ext>
              </a:extLst>
            </p:cNvPr>
            <p:cNvSpPr txBox="1"/>
            <p:nvPr/>
          </p:nvSpPr>
          <p:spPr>
            <a:xfrm>
              <a:off x="6158204" y="3472259"/>
              <a:ext cx="267598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lang="en-US" altLang="zh-CN" sz="1400" b="1" i="1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CN" altLang="en-US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99" name="直接箭头连接符 298">
            <a:extLst>
              <a:ext uri="{FF2B5EF4-FFF2-40B4-BE49-F238E27FC236}">
                <a16:creationId xmlns:a16="http://schemas.microsoft.com/office/drawing/2014/main" id="{D350937F-DBED-2AF4-B7B2-6834B7F84DD6}"/>
              </a:ext>
            </a:extLst>
          </p:cNvPr>
          <p:cNvCxnSpPr>
            <a:cxnSpLocks/>
          </p:cNvCxnSpPr>
          <p:nvPr/>
        </p:nvCxnSpPr>
        <p:spPr>
          <a:xfrm>
            <a:off x="7533745" y="4147046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BDC2CAA3-1B24-54E7-AD05-0262EABC1C39}"/>
              </a:ext>
            </a:extLst>
          </p:cNvPr>
          <p:cNvCxnSpPr>
            <a:cxnSpLocks/>
          </p:cNvCxnSpPr>
          <p:nvPr/>
        </p:nvCxnSpPr>
        <p:spPr>
          <a:xfrm>
            <a:off x="8261388" y="4147046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箭头连接符 300">
            <a:extLst>
              <a:ext uri="{FF2B5EF4-FFF2-40B4-BE49-F238E27FC236}">
                <a16:creationId xmlns:a16="http://schemas.microsoft.com/office/drawing/2014/main" id="{F65CD8F7-9753-2310-F61D-B7939FE114C3}"/>
              </a:ext>
            </a:extLst>
          </p:cNvPr>
          <p:cNvCxnSpPr>
            <a:cxnSpLocks/>
          </p:cNvCxnSpPr>
          <p:nvPr/>
        </p:nvCxnSpPr>
        <p:spPr>
          <a:xfrm>
            <a:off x="8884529" y="4147046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A72A619C-C93A-9ABA-51AF-4BB5FCF0F920}"/>
              </a:ext>
            </a:extLst>
          </p:cNvPr>
          <p:cNvCxnSpPr>
            <a:cxnSpLocks/>
          </p:cNvCxnSpPr>
          <p:nvPr/>
        </p:nvCxnSpPr>
        <p:spPr>
          <a:xfrm>
            <a:off x="9505988" y="4147046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0FD76F98-3A82-0E42-35EE-8E9A29E159DC}"/>
              </a:ext>
            </a:extLst>
          </p:cNvPr>
          <p:cNvCxnSpPr>
            <a:cxnSpLocks/>
          </p:cNvCxnSpPr>
          <p:nvPr/>
        </p:nvCxnSpPr>
        <p:spPr>
          <a:xfrm>
            <a:off x="10126174" y="4147046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箭头: 右 303">
            <a:extLst>
              <a:ext uri="{FF2B5EF4-FFF2-40B4-BE49-F238E27FC236}">
                <a16:creationId xmlns:a16="http://schemas.microsoft.com/office/drawing/2014/main" id="{FBD2279A-E523-1B92-7F9A-4CC62AF33271}"/>
              </a:ext>
            </a:extLst>
          </p:cNvPr>
          <p:cNvSpPr/>
          <p:nvPr/>
        </p:nvSpPr>
        <p:spPr>
          <a:xfrm>
            <a:off x="7105917" y="4548818"/>
            <a:ext cx="427828" cy="108000"/>
          </a:xfrm>
          <a:prstGeom prst="rightArrow">
            <a:avLst>
              <a:gd name="adj1" fmla="val 50000"/>
              <a:gd name="adj2" fmla="val 148484"/>
            </a:avLst>
          </a:prstGeom>
          <a:solidFill>
            <a:srgbClr val="1A9A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44CAC8E8-CD87-5D3D-9F63-AA6172347F9B}"/>
              </a:ext>
            </a:extLst>
          </p:cNvPr>
          <p:cNvGrpSpPr/>
          <p:nvPr/>
        </p:nvGrpSpPr>
        <p:grpSpPr>
          <a:xfrm>
            <a:off x="6616368" y="4467012"/>
            <a:ext cx="488903" cy="271613"/>
            <a:chOff x="6043292" y="3457972"/>
            <a:chExt cx="488903" cy="271613"/>
          </a:xfrm>
        </p:grpSpPr>
        <p:sp>
          <p:nvSpPr>
            <p:cNvPr id="306" name="矩形: 圆角 305">
              <a:extLst>
                <a:ext uri="{FF2B5EF4-FFF2-40B4-BE49-F238E27FC236}">
                  <a16:creationId xmlns:a16="http://schemas.microsoft.com/office/drawing/2014/main" id="{DDADFCEE-845C-7C16-D94C-E5EE481DB3D8}"/>
                </a:ext>
              </a:extLst>
            </p:cNvPr>
            <p:cNvSpPr/>
            <p:nvPr/>
          </p:nvSpPr>
          <p:spPr>
            <a:xfrm>
              <a:off x="6043292" y="3457972"/>
              <a:ext cx="488903" cy="271613"/>
            </a:xfrm>
            <a:prstGeom prst="roundRect">
              <a:avLst>
                <a:gd name="adj" fmla="val 0"/>
              </a:avLst>
            </a:prstGeom>
            <a:solidFill>
              <a:srgbClr val="E2F4EF"/>
            </a:solidFill>
            <a:ln w="12700"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文本框 306">
              <a:extLst>
                <a:ext uri="{FF2B5EF4-FFF2-40B4-BE49-F238E27FC236}">
                  <a16:creationId xmlns:a16="http://schemas.microsoft.com/office/drawing/2014/main" id="{21A9C7D6-BFD4-A3A3-E245-8F9B8113A589}"/>
                </a:ext>
              </a:extLst>
            </p:cNvPr>
            <p:cNvSpPr txBox="1"/>
            <p:nvPr/>
          </p:nvSpPr>
          <p:spPr>
            <a:xfrm>
              <a:off x="6158204" y="3472259"/>
              <a:ext cx="267598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lang="en-US" altLang="zh-CN" sz="1400" b="1" i="1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CN" altLang="en-US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62C5D7A9-3880-F8AC-6AED-D6456BC39FA1}"/>
              </a:ext>
            </a:extLst>
          </p:cNvPr>
          <p:cNvCxnSpPr>
            <a:cxnSpLocks/>
          </p:cNvCxnSpPr>
          <p:nvPr/>
        </p:nvCxnSpPr>
        <p:spPr>
          <a:xfrm>
            <a:off x="7533745" y="4602818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B324B603-A02E-89DC-CF79-25C1523E864E}"/>
              </a:ext>
            </a:extLst>
          </p:cNvPr>
          <p:cNvCxnSpPr>
            <a:cxnSpLocks/>
          </p:cNvCxnSpPr>
          <p:nvPr/>
        </p:nvCxnSpPr>
        <p:spPr>
          <a:xfrm>
            <a:off x="8261388" y="4602818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E16E61ED-8A19-A51B-57C2-1E15D3DDB56E}"/>
              </a:ext>
            </a:extLst>
          </p:cNvPr>
          <p:cNvCxnSpPr>
            <a:cxnSpLocks/>
          </p:cNvCxnSpPr>
          <p:nvPr/>
        </p:nvCxnSpPr>
        <p:spPr>
          <a:xfrm>
            <a:off x="8884529" y="4602818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箭头连接符 310">
            <a:extLst>
              <a:ext uri="{FF2B5EF4-FFF2-40B4-BE49-F238E27FC236}">
                <a16:creationId xmlns:a16="http://schemas.microsoft.com/office/drawing/2014/main" id="{3CB2629B-12CA-88C0-1AE7-C9EC4FC655AD}"/>
              </a:ext>
            </a:extLst>
          </p:cNvPr>
          <p:cNvCxnSpPr>
            <a:cxnSpLocks/>
          </p:cNvCxnSpPr>
          <p:nvPr/>
        </p:nvCxnSpPr>
        <p:spPr>
          <a:xfrm>
            <a:off x="9505988" y="4602818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箭头连接符 311">
            <a:extLst>
              <a:ext uri="{FF2B5EF4-FFF2-40B4-BE49-F238E27FC236}">
                <a16:creationId xmlns:a16="http://schemas.microsoft.com/office/drawing/2014/main" id="{35A7FAB7-84CB-064C-3A76-61AEE1FF58A9}"/>
              </a:ext>
            </a:extLst>
          </p:cNvPr>
          <p:cNvCxnSpPr>
            <a:cxnSpLocks/>
          </p:cNvCxnSpPr>
          <p:nvPr/>
        </p:nvCxnSpPr>
        <p:spPr>
          <a:xfrm>
            <a:off x="10126174" y="4602818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箭头: 右 312">
            <a:extLst>
              <a:ext uri="{FF2B5EF4-FFF2-40B4-BE49-F238E27FC236}">
                <a16:creationId xmlns:a16="http://schemas.microsoft.com/office/drawing/2014/main" id="{F5E65D94-95B8-6A6C-25D6-4612B395DA72}"/>
              </a:ext>
            </a:extLst>
          </p:cNvPr>
          <p:cNvSpPr/>
          <p:nvPr/>
        </p:nvSpPr>
        <p:spPr>
          <a:xfrm>
            <a:off x="7105917" y="5004590"/>
            <a:ext cx="427828" cy="108000"/>
          </a:xfrm>
          <a:prstGeom prst="rightArrow">
            <a:avLst>
              <a:gd name="adj1" fmla="val 50000"/>
              <a:gd name="adj2" fmla="val 148484"/>
            </a:avLst>
          </a:prstGeom>
          <a:solidFill>
            <a:srgbClr val="1A9A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4" name="组合 313">
            <a:extLst>
              <a:ext uri="{FF2B5EF4-FFF2-40B4-BE49-F238E27FC236}">
                <a16:creationId xmlns:a16="http://schemas.microsoft.com/office/drawing/2014/main" id="{292AD640-B189-2E0B-53B8-AD9C31F90091}"/>
              </a:ext>
            </a:extLst>
          </p:cNvPr>
          <p:cNvGrpSpPr/>
          <p:nvPr/>
        </p:nvGrpSpPr>
        <p:grpSpPr>
          <a:xfrm>
            <a:off x="6616368" y="4922784"/>
            <a:ext cx="488903" cy="271613"/>
            <a:chOff x="6043292" y="3457972"/>
            <a:chExt cx="488903" cy="271613"/>
          </a:xfrm>
        </p:grpSpPr>
        <p:sp>
          <p:nvSpPr>
            <p:cNvPr id="315" name="矩形: 圆角 314">
              <a:extLst>
                <a:ext uri="{FF2B5EF4-FFF2-40B4-BE49-F238E27FC236}">
                  <a16:creationId xmlns:a16="http://schemas.microsoft.com/office/drawing/2014/main" id="{DBCC2E77-AABC-5642-E47C-E8B66812CDE0}"/>
                </a:ext>
              </a:extLst>
            </p:cNvPr>
            <p:cNvSpPr/>
            <p:nvPr/>
          </p:nvSpPr>
          <p:spPr>
            <a:xfrm>
              <a:off x="6043292" y="3457972"/>
              <a:ext cx="488903" cy="271613"/>
            </a:xfrm>
            <a:prstGeom prst="roundRect">
              <a:avLst>
                <a:gd name="adj" fmla="val 0"/>
              </a:avLst>
            </a:prstGeom>
            <a:solidFill>
              <a:srgbClr val="E2F4EF"/>
            </a:solidFill>
            <a:ln w="12700"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文本框 315">
              <a:extLst>
                <a:ext uri="{FF2B5EF4-FFF2-40B4-BE49-F238E27FC236}">
                  <a16:creationId xmlns:a16="http://schemas.microsoft.com/office/drawing/2014/main" id="{9C5397A2-A90B-AADF-6B5D-50F8F65CCDD4}"/>
                </a:ext>
              </a:extLst>
            </p:cNvPr>
            <p:cNvSpPr txBox="1"/>
            <p:nvPr/>
          </p:nvSpPr>
          <p:spPr>
            <a:xfrm>
              <a:off x="6158204" y="3472259"/>
              <a:ext cx="267598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400" b="1" i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lang="en-US" altLang="zh-CN" sz="1400" b="1" i="1" baseline="-2500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zh-CN" altLang="en-US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5616F83B-DAC6-528B-FFE6-02165A7AD0B9}"/>
              </a:ext>
            </a:extLst>
          </p:cNvPr>
          <p:cNvCxnSpPr>
            <a:cxnSpLocks/>
          </p:cNvCxnSpPr>
          <p:nvPr/>
        </p:nvCxnSpPr>
        <p:spPr>
          <a:xfrm>
            <a:off x="7533745" y="5058590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箭头连接符 317">
            <a:extLst>
              <a:ext uri="{FF2B5EF4-FFF2-40B4-BE49-F238E27FC236}">
                <a16:creationId xmlns:a16="http://schemas.microsoft.com/office/drawing/2014/main" id="{EBC1F760-8D14-DDA9-6D53-4D8F674EDBD1}"/>
              </a:ext>
            </a:extLst>
          </p:cNvPr>
          <p:cNvCxnSpPr>
            <a:cxnSpLocks/>
          </p:cNvCxnSpPr>
          <p:nvPr/>
        </p:nvCxnSpPr>
        <p:spPr>
          <a:xfrm>
            <a:off x="8261388" y="5058590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1F547A7A-14B0-0D7D-3B37-3E46FF112454}"/>
              </a:ext>
            </a:extLst>
          </p:cNvPr>
          <p:cNvCxnSpPr>
            <a:cxnSpLocks/>
          </p:cNvCxnSpPr>
          <p:nvPr/>
        </p:nvCxnSpPr>
        <p:spPr>
          <a:xfrm>
            <a:off x="8884529" y="5058590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A75C8EE8-B391-E7E3-D42B-220CDE5E18A2}"/>
              </a:ext>
            </a:extLst>
          </p:cNvPr>
          <p:cNvCxnSpPr>
            <a:cxnSpLocks/>
          </p:cNvCxnSpPr>
          <p:nvPr/>
        </p:nvCxnSpPr>
        <p:spPr>
          <a:xfrm>
            <a:off x="9505988" y="5058590"/>
            <a:ext cx="252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0EC07302-8012-19FD-ADF7-F145BDDEB868}"/>
              </a:ext>
            </a:extLst>
          </p:cNvPr>
          <p:cNvCxnSpPr>
            <a:cxnSpLocks/>
          </p:cNvCxnSpPr>
          <p:nvPr/>
        </p:nvCxnSpPr>
        <p:spPr>
          <a:xfrm>
            <a:off x="10126174" y="5058590"/>
            <a:ext cx="360000" cy="0"/>
          </a:xfrm>
          <a:prstGeom prst="straightConnector1">
            <a:avLst/>
          </a:prstGeom>
          <a:ln w="28575">
            <a:solidFill>
              <a:srgbClr val="1A9AA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右中括号 321">
            <a:extLst>
              <a:ext uri="{FF2B5EF4-FFF2-40B4-BE49-F238E27FC236}">
                <a16:creationId xmlns:a16="http://schemas.microsoft.com/office/drawing/2014/main" id="{68B405C2-2772-9235-AB86-4393C36BFED1}"/>
              </a:ext>
            </a:extLst>
          </p:cNvPr>
          <p:cNvSpPr/>
          <p:nvPr/>
        </p:nvSpPr>
        <p:spPr>
          <a:xfrm rot="16200000">
            <a:off x="8976989" y="2531568"/>
            <a:ext cx="70157" cy="1851743"/>
          </a:xfrm>
          <a:prstGeom prst="rightBracket">
            <a:avLst>
              <a:gd name="adj" fmla="val 0"/>
            </a:avLst>
          </a:prstGeom>
          <a:ln w="12700">
            <a:solidFill>
              <a:srgbClr val="7448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右中括号 322">
            <a:extLst>
              <a:ext uri="{FF2B5EF4-FFF2-40B4-BE49-F238E27FC236}">
                <a16:creationId xmlns:a16="http://schemas.microsoft.com/office/drawing/2014/main" id="{B79F285D-D05B-931D-0B5A-E63E92A6B8EA}"/>
              </a:ext>
            </a:extLst>
          </p:cNvPr>
          <p:cNvSpPr/>
          <p:nvPr/>
        </p:nvSpPr>
        <p:spPr>
          <a:xfrm rot="5400000">
            <a:off x="8979219" y="4898895"/>
            <a:ext cx="72000" cy="2268000"/>
          </a:xfrm>
          <a:prstGeom prst="rightBracket">
            <a:avLst>
              <a:gd name="adj" fmla="val 0"/>
            </a:avLst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EF25ABC0-8178-A23B-5996-BF61FDEE0AB6}"/>
              </a:ext>
            </a:extLst>
          </p:cNvPr>
          <p:cNvSpPr txBox="1"/>
          <p:nvPr/>
        </p:nvSpPr>
        <p:spPr>
          <a:xfrm>
            <a:off x="10161745" y="5903033"/>
            <a:ext cx="26759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endParaRPr lang="zh-CN" alt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FE657F21-6A6B-93BD-E154-0808159067C2}"/>
              </a:ext>
            </a:extLst>
          </p:cNvPr>
          <p:cNvCxnSpPr>
            <a:cxnSpLocks/>
          </p:cNvCxnSpPr>
          <p:nvPr/>
        </p:nvCxnSpPr>
        <p:spPr>
          <a:xfrm>
            <a:off x="8086195" y="5592337"/>
            <a:ext cx="0" cy="21600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箭头连接符 325">
            <a:extLst>
              <a:ext uri="{FF2B5EF4-FFF2-40B4-BE49-F238E27FC236}">
                <a16:creationId xmlns:a16="http://schemas.microsoft.com/office/drawing/2014/main" id="{AF01FB7A-B74A-E978-50C4-EAC5DEC5FA21}"/>
              </a:ext>
            </a:extLst>
          </p:cNvPr>
          <p:cNvCxnSpPr>
            <a:cxnSpLocks/>
          </p:cNvCxnSpPr>
          <p:nvPr/>
        </p:nvCxnSpPr>
        <p:spPr>
          <a:xfrm>
            <a:off x="8700558" y="5592337"/>
            <a:ext cx="0" cy="21600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326">
            <a:extLst>
              <a:ext uri="{FF2B5EF4-FFF2-40B4-BE49-F238E27FC236}">
                <a16:creationId xmlns:a16="http://schemas.microsoft.com/office/drawing/2014/main" id="{B6CCF4BA-60E0-FBEA-FD2A-EB5692A73BC0}"/>
              </a:ext>
            </a:extLst>
          </p:cNvPr>
          <p:cNvCxnSpPr>
            <a:cxnSpLocks/>
          </p:cNvCxnSpPr>
          <p:nvPr/>
        </p:nvCxnSpPr>
        <p:spPr>
          <a:xfrm>
            <a:off x="9318956" y="5592337"/>
            <a:ext cx="0" cy="21600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3E78AEE8-7906-F574-06DD-9D54F5F04234}"/>
              </a:ext>
            </a:extLst>
          </p:cNvPr>
          <p:cNvCxnSpPr>
            <a:cxnSpLocks/>
          </p:cNvCxnSpPr>
          <p:nvPr/>
        </p:nvCxnSpPr>
        <p:spPr>
          <a:xfrm>
            <a:off x="9939661" y="5592337"/>
            <a:ext cx="0" cy="21600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8050722C-69D2-A023-4557-96FD00CD1B1F}"/>
              </a:ext>
            </a:extLst>
          </p:cNvPr>
          <p:cNvSpPr txBox="1"/>
          <p:nvPr/>
        </p:nvSpPr>
        <p:spPr>
          <a:xfrm>
            <a:off x="7952480" y="5771735"/>
            <a:ext cx="26759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b="1" i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CN" altLang="en-US" sz="1400" b="1" i="1" baseline="-25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3424A99B-9820-B5AD-C6B3-B629B7955A27}"/>
              </a:ext>
            </a:extLst>
          </p:cNvPr>
          <p:cNvGrpSpPr/>
          <p:nvPr/>
        </p:nvGrpSpPr>
        <p:grpSpPr>
          <a:xfrm>
            <a:off x="7652190" y="5376539"/>
            <a:ext cx="2699998" cy="216000"/>
            <a:chOff x="6043292" y="3457972"/>
            <a:chExt cx="490156" cy="244283"/>
          </a:xfrm>
        </p:grpSpPr>
        <p:sp>
          <p:nvSpPr>
            <p:cNvPr id="331" name="矩形: 圆角 330">
              <a:extLst>
                <a:ext uri="{FF2B5EF4-FFF2-40B4-BE49-F238E27FC236}">
                  <a16:creationId xmlns:a16="http://schemas.microsoft.com/office/drawing/2014/main" id="{9C4E2FCB-6AFB-271C-AA8D-22E83EE89C29}"/>
                </a:ext>
              </a:extLst>
            </p:cNvPr>
            <p:cNvSpPr/>
            <p:nvPr/>
          </p:nvSpPr>
          <p:spPr>
            <a:xfrm>
              <a:off x="6043292" y="3457972"/>
              <a:ext cx="490156" cy="244283"/>
            </a:xfrm>
            <a:prstGeom prst="roundRect">
              <a:avLst>
                <a:gd name="adj" fmla="val 0"/>
              </a:avLst>
            </a:prstGeom>
            <a:solidFill>
              <a:srgbClr val="E2F4EF"/>
            </a:solidFill>
            <a:ln w="12700">
              <a:solidFill>
                <a:srgbClr val="1A9AA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645389CB-CA8D-CEE8-D51C-683E356140DE}"/>
                </a:ext>
              </a:extLst>
            </p:cNvPr>
            <p:cNvSpPr txBox="1"/>
            <p:nvPr/>
          </p:nvSpPr>
          <p:spPr>
            <a:xfrm>
              <a:off x="6087144" y="3479801"/>
              <a:ext cx="405273" cy="20884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Accumulate / Readout</a:t>
              </a:r>
              <a:endParaRPr lang="zh-CN" altLang="en-US" sz="1200" b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33" name="文本框 332">
            <a:extLst>
              <a:ext uri="{FF2B5EF4-FFF2-40B4-BE49-F238E27FC236}">
                <a16:creationId xmlns:a16="http://schemas.microsoft.com/office/drawing/2014/main" id="{2D14E1E6-5888-E50D-0D72-7907B53886F8}"/>
              </a:ext>
            </a:extLst>
          </p:cNvPr>
          <p:cNvSpPr txBox="1"/>
          <p:nvPr/>
        </p:nvSpPr>
        <p:spPr>
          <a:xfrm>
            <a:off x="8573768" y="5771735"/>
            <a:ext cx="26759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b="1" i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1400" b="1" i="1" baseline="-25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49F5C55D-5383-0424-27B5-BFF917ECD02F}"/>
              </a:ext>
            </a:extLst>
          </p:cNvPr>
          <p:cNvSpPr txBox="1"/>
          <p:nvPr/>
        </p:nvSpPr>
        <p:spPr>
          <a:xfrm>
            <a:off x="9195056" y="5771735"/>
            <a:ext cx="26759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b="1" i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zh-CN" altLang="en-US" sz="1400" b="1" i="1" baseline="-25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A8B9905B-1055-6E19-4CBE-EDC4593B8A72}"/>
              </a:ext>
            </a:extLst>
          </p:cNvPr>
          <p:cNvSpPr txBox="1"/>
          <p:nvPr/>
        </p:nvSpPr>
        <p:spPr>
          <a:xfrm>
            <a:off x="9816344" y="5771735"/>
            <a:ext cx="26759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400" b="1" i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altLang="zh-CN" sz="1400" b="1" i="1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zh-CN" altLang="en-US" sz="1400" b="1" i="1" baseline="-25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70231E92-2DBE-CB44-9E78-0E448D38CF29}"/>
              </a:ext>
            </a:extLst>
          </p:cNvPr>
          <p:cNvSpPr txBox="1"/>
          <p:nvPr/>
        </p:nvSpPr>
        <p:spPr>
          <a:xfrm>
            <a:off x="7809368" y="5235227"/>
            <a:ext cx="267598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Calibri" panose="020F0502020204030204" pitchFamily="34" charset="0"/>
              </a:rPr>
              <a:t>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12FCB-F14E-36A2-1E4B-4F938218DCE5}"/>
              </a:ext>
            </a:extLst>
          </p:cNvPr>
          <p:cNvSpPr txBox="1"/>
          <p:nvPr/>
        </p:nvSpPr>
        <p:spPr>
          <a:xfrm>
            <a:off x="2449161" y="1307767"/>
            <a:ext cx="7483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i="1"/>
              <a:t>A Resident-Streaming Roofline Model for Compute-in-Memory</a:t>
            </a:r>
            <a:endParaRPr lang="zh-CN" altLang="en-US" sz="2000" i="1"/>
          </a:p>
        </p:txBody>
      </p:sp>
    </p:spTree>
    <p:extLst>
      <p:ext uri="{BB962C8B-B14F-4D97-AF65-F5344CB8AC3E}">
        <p14:creationId xmlns:p14="http://schemas.microsoft.com/office/powerpoint/2010/main" val="1286769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C7F9-3A8B-C957-7CC6-316D6483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533990-81FE-FDD3-35DE-777C4ED3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31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31C797B-7665-BBC7-CF12-6E75574D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2CBFAE-700D-99EF-9242-DB6463B36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Fig2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FDDC2B3-DAFF-52B1-CE76-A8E4DB9E5DA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图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9B270B-4A3A-2E67-A027-4A35A195F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470" y="1230122"/>
            <a:ext cx="5901546" cy="548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82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7DCA-BED8-A871-2570-E7521689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819391-7F4B-07DA-77BB-A5C244B9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D5E47F-2038-BA00-BCDD-115BEB64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DA37E-3703-4DD0-BD6B-5DB045A09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Table I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260F8F1-4F5F-300A-E292-1E1357A368F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713765-68D8-382A-FDFD-C5ABBB841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128" y="2106410"/>
            <a:ext cx="7489508" cy="419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13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EAC6-0009-BFB4-D438-B3EC597F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DC2BA3-924E-B714-5364-203CA94A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6566085-9B12-4F13-5DAE-AA436B60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50191F-309D-66E6-886E-B1E3C8229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Fig3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C93713A-0B8D-BAA0-55B5-2BCD417137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图，基于</a:t>
            </a:r>
            <a:r>
              <a:rPr lang="en-US" altLang="zh-CN" sz="1600" err="1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neurosim</a:t>
            </a: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仿真重绘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C21962-5CA3-6480-27FA-C3FE466D7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2389027"/>
            <a:ext cx="8343900" cy="417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9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39689-5792-B00A-8394-249BF1169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1E2B17C-D73D-8E92-19A1-BE2B909D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6D5E26E-46F3-822B-3033-7A7B0355D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C44918-B352-96C7-4BF8-FDFC310AD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Table II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9CD4B98-1FAE-5572-C772-D4C991E0180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表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FAEEBE-8E56-B69E-FFDD-61F074542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" y="2606095"/>
            <a:ext cx="11788140" cy="386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95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FB25-40A6-407A-0B66-E9F0FBCD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217FC7-35F2-EA89-D575-208C8573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C669C-3A94-5645-80F3-ED04B501DFEC}" type="slidenum">
              <a:rPr lang="en-US" altLang="zh-CN" smtClean="0"/>
              <a:pPr/>
              <a:t>35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8D02992-659B-81BA-F4A6-1A54565A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AF4B2F-558D-2AB4-5149-ECCE8D5B3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01" y="1230122"/>
            <a:ext cx="10966163" cy="369332"/>
          </a:xfrm>
        </p:spPr>
        <p:txBody>
          <a:bodyPr/>
          <a:lstStyle/>
          <a:p>
            <a:r>
              <a:rPr lang="en-US" altLang="zh-CN"/>
              <a:t>Fig4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BF93B56-9018-A8D3-2E6B-9C85A58565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6000" y="1860189"/>
            <a:ext cx="11496000" cy="24622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600">
                <a:solidFill>
                  <a:schemeClr val="tx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图</a:t>
            </a:r>
            <a:endParaRPr lang="en-US" altLang="zh-CN" sz="1600">
              <a:solidFill>
                <a:schemeClr val="tx1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783D92-78DF-2767-2E4F-DAC76D43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17" y="2175107"/>
            <a:ext cx="6273165" cy="450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51194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mal" id="{5D8C14A8-C438-4388-9D5F-E23EA9C665EC}" vid="{255273D1-3B83-4E5C-AF9B-785BEE898C4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Normal</vt:lpstr>
      <vt:lpstr>CIM Roofline 分析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  <vt:lpstr>工作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 HanY</dc:creator>
  <cp:revision>1</cp:revision>
  <dcterms:created xsi:type="dcterms:W3CDTF">2025-05-15T02:23:24Z</dcterms:created>
  <dcterms:modified xsi:type="dcterms:W3CDTF">2026-10-07T02:59:10Z</dcterms:modified>
</cp:coreProperties>
</file>